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7:49:41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0 179 24575,'191'-86'0,"-151"65"0,-10 5 0,0 2 0,1 0 0,36-9 0,-65 22 0,0 0 0,0 1 0,0-1 0,0 1 0,0-1 0,0 1 0,0 0 0,1-1 0,-1 1 0,0 0 0,0 1 0,0-1 0,0 0 0,1 1 0,-1-1 0,0 1 0,0 0 0,0-1 0,0 1 0,0 0 0,0 0 0,-1 0 0,1 1 0,0-1 0,0 0 0,-1 1 0,1-1 0,-1 1 0,1 0 0,-1-1 0,0 1 0,1 0 0,-1 0 0,0 0 0,0 0 0,0 0 0,-1 0 0,1 0 0,0 0 0,-1 0 0,0 0 0,1 0 0,-1 0 0,0 0 0,0 1 0,0 2 0,0 13 0,-1 1 0,-1 0 0,0-1 0,-8 26 0,6-24 0,-18 70 0,-41 104 0,34-111 0,-31 139 0,33-105 85,-5 29-1535,29-118-5376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7:49:43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205 132 24575,'10'-6'0,"-1"0"0,0-1 0,-1 1 0,1-2 0,13-14 0,-17 15 0,1 0 0,1 1 0,-1 0 0,1 0 0,0 1 0,0 0 0,1 0 0,0 0 0,-1 1 0,15-5 0,-7 6 0,-1 0 0,0 1 0,1 0 0,-1 1 0,1 1 0,0 0 0,-1 1 0,17 3 0,-26-3 0,0 0 0,0 1 0,0-1 0,0 1 0,0 0 0,-1 0 0,1 1 0,-1-1 0,0 1 0,0 0 0,8 7 0,-10-8 0,0 1 0,0 0 0,0 0 0,-1 0 0,1 0 0,-1 0 0,1 0 0,-1 0 0,0 0 0,0 1 0,-1-1 0,1 0 0,-1 1 0,0-1 0,1 0 0,-1 1 0,-1-1 0,1 0 0,-2 7 0,-1 3 0,-1 0 0,0 0 0,-1 0 0,0-1 0,-1 0 0,-12 17 0,-53 71 0,39-58 0,19-24 0,-18 25 0,-2 0 0,-43 41 0,64-72 0,0-1 0,-1-1 0,0 0 0,-1-1 0,0 0 0,-1-1 0,0 0 0,0-2 0,0 0 0,-1 0 0,-19 3 0,22-6 0,0 0 0,0 1 0,-20 8 0,31-11 0,1 0 0,-1 0 0,0 0 0,0 0 0,0 1 0,1-1 0,-1 0 0,1 1 0,-1-1 0,1 1 0,-1 0 0,1-1 0,-2 4 0,3-4 0,-1 0 0,1 1 0,0-1 0,0 0 0,0 0 0,0 0 0,0 1 0,0-1 0,0 0 0,1 0 0,-1 0 0,0 0 0,0 0 0,1 1 0,-1-1 0,1 0 0,-1 0 0,1 0 0,0 0 0,-1 0 0,1 0 0,0 0 0,0-1 0,0 1 0,-1 0 0,3 1 0,4 4 0,0-1 0,1 0 0,0 0 0,0 0 0,0-1 0,0-1 0,0 1 0,1-1 0,12 2 0,90 14 0,-71-14 0,227 39-1365,-204-34-5461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7:49:45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 24575,'35'3'0,"0"1"0,0 1 0,0 3 0,40 13 0,-5-2 0,-54-15 0,0 0 0,0 1 0,-1 1 0,0 1 0,24 13 0,-36-18 0,-1-1 0,1 1 0,-1-1 0,0 1 0,1 0 0,-1 0 0,0 0 0,0 0 0,0 0 0,0 1 0,-1-1 0,1 0 0,-1 1 0,1 0 0,-1-1 0,0 1 0,0 0 0,0-1 0,0 1 0,0 0 0,-1 0 0,1 0 0,-1 0 0,0 0 0,0 0 0,0 0 0,0 0 0,-1 0 0,1-1 0,-1 1 0,0 0 0,1 0 0,-1 0 0,-1-1 0,1 1 0,0 0 0,-1-1 0,1 1 0,-3 3 0,-1 1 0,0-1 0,-1 1 0,0-1 0,0 0 0,0 0 0,-1 0 0,1-1 0,-1 0 0,-1-1 0,1 1 0,-1-1 0,-14 5 0,-2-1 0,-1-2 0,-48 7 0,0-1 0,69-12 0,-1 2 0,0-1 0,0 0 0,1 1 0,-1 0 0,1 0 0,0 0 0,0 1 0,-1 0 0,1-1 0,1 1 0,-5 5 0,6-7 0,1 1 0,0 0 0,-1 0 0,1 0 0,0 0 0,0 0 0,0 1 0,1-1 0,-1 0 0,0 0 0,1 1 0,0-1 0,-1 0 0,1 0 0,0 1 0,0-1 0,0 0 0,0 1 0,1-1 0,-1 0 0,1 1 0,-1-1 0,1 0 0,0 0 0,0 0 0,0 0 0,2 4 0,6 8 0,1 0 0,1-1 0,0 0 0,0 0 0,22 17 0,-22-21 0,-1 0 0,0 0 0,0 1 0,-1 0 0,-1 1 0,0 0 0,0 0 0,-1 1 0,11 24 0,-17-33 0,-1-1 0,1 1 0,-1 0 0,1 0 0,-1 0 0,0 0 0,0-1 0,0 1 0,-1 0 0,1 0 0,-1 0 0,1 0 0,-1-1 0,0 1 0,0 0 0,0-1 0,0 1 0,-3 3 0,1-1 0,-1 0 0,0 0 0,0-1 0,-1 0 0,1 0 0,-1 0 0,0 0 0,-7 4 0,-4 0 0,0 0 0,0-1 0,-1 0 0,0-1 0,-19 3 0,3-4-262,-1-1 1,0-2-1,-62-3 0,87 1-56,-16-1-6508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7:49:48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24575,'-6'6'0,"1"1"0,0-1 0,0 1 0,0 0 0,1 0 0,0 1 0,1-1 0,0 1 0,0 0 0,1 0 0,-1 0 0,2 0 0,-2 12 0,0 13 0,2-1 0,2 38 0,1-22 0,-2-24 0,-1-9 0,1 0 0,0 0 0,2 0 0,0 0 0,6 24 0,-8-37 0,1 1 0,0 0 0,1-1 0,-1 1 0,0-1 0,1 1 0,-1-1 0,1 0 0,0 0 0,0 0 0,0 0 0,0 0 0,0 0 0,0 0 0,0-1 0,1 1 0,-1-1 0,1 1 0,-1-1 0,1 0 0,-1 0 0,1 0 0,0-1 0,-1 1 0,1 0 0,0-1 0,0 0 0,-1 0 0,1 0 0,0 0 0,0 0 0,0 0 0,-1-1 0,1 1 0,0-1 0,3-1 0,17-5 0,-2-1 0,1 0 0,24-14 0,6-3 0,-39 19 0,-1 0 0,0-1 0,-1 0 0,1 0 0,-1-2 0,-1 1 0,0-1 0,11-12 0,-6 2 0,0-1 0,-1 0 0,16-32 0,-30 51 0,1 0 0,-1 1 0,0-1 0,0 0 0,1 1 0,-1-1 0,0 0 0,1 1 0,-1-1 0,1 1 0,-1-1 0,1 0 0,-1 1 0,1-1 0,-1 1 0,1-1 0,-1 1 0,1 0 0,0-1 0,-1 1 0,1 0 0,0-1 0,-1 1 0,1 0 0,1-1 0,4 16 0,-6 38 0,0-50 0,-8 76 0,-3-2 0,-4 1 0,-29 91 0,30-119 0,-5 11 31,-34 72 0,14-41-1458,24-53-5399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7:49:52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0 24575,'0'13'0,"0"0"0,1 0 0,0 0 0,2 0 0,5 21 0,-5-27 0,-1-1 0,1 1 0,1-1 0,-1 0 0,1 0 0,0 0 0,1-1 0,-1 1 0,1-1 0,0 0 0,1 0 0,5 3 0,1 1 0,0-2 0,0 0 0,1 0 0,0-1 0,1-1 0,27 8 0,88 9 0,-2-1 0,-113-17 0,0 0 0,-1 1 0,0 0 0,0 1 0,-1 0 0,0 1 0,13 10 0,-21-15 0,0 1 0,-1 0 0,1 1 0,-1-1 0,0 1 0,0 0 0,0-1 0,0 1 0,0 0 0,-1 1 0,0-1 0,0 0 0,0 1 0,-1-1 0,1 1 0,-1 0 0,0-1 0,0 1 0,-1 0 0,1 0 0,-1 0 0,0-1 0,0 1 0,-1 0 0,0 0 0,1-1 0,-2 1 0,1 0 0,0-1 0,-1 1 0,0-1 0,-3 6 0,-2 4 0,-2 0 0,1-1 0,-1 0 0,-1-1 0,-1 0 0,1 0 0,-2-1 0,-20 16 0,7-9 0,0-1 0,-2-1 0,0-1 0,0-1 0,-2-2 0,1-1 0,-1-1 0,-1-1 0,0-2 0,0-1 0,-1-1 0,1-1 0,-53-2 0,49-3 0,0-1 0,0-2 0,-47-11 0,64 11 0,0-1 0,1-1 0,-1-1 0,1 0 0,1-2 0,0 1 0,0-2 0,-21-16 0,33 23-105,-1 0 0,1 0 0,0-1 0,0 1 0,0-1 0,0 0 0,1 0 0,0 0 0,-1 0 0,2 0 0,-1 0 0,-2-8 0,-1-16-6721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7:49:53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24575,'-4'4'0,"2"6"0,16 2 0,26-2 0,29-3 0,19-2 0,13-2 0,7 3 0,-12 1 0,-12-2 0,-21-1-8191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7:49:55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1 24575,'-12'0'0,"1"2"0,-1-1 0,1 2 0,0-1 0,0 1 0,0 1 0,0 0 0,0 1 0,1 0 0,0 0 0,-10 8 0,4-2 0,0 1 0,0 1 0,1 1 0,1 0 0,-19 23 0,28-29 0,0 1 0,0-1 0,0 1 0,1 0 0,1 0 0,0 0 0,0 0 0,0 1 0,1-1 0,1 1 0,-1 11 0,0 16 0,6 61 0,0-32 0,-3-4 0,-1-3 0,2 1 0,13 69 0,-12-112 0,1-1 0,0 1 0,1-1 0,1 0 0,0-1 0,1 1 0,1-1 0,1-1 0,0 1 0,1-2 0,0 1 0,17 17 0,-20-27 0,0 1 0,-1-1 0,2 0 0,-1 0 0,0-1 0,1 0 0,-1 0 0,1-1 0,0 0 0,0 0 0,0-1 0,0 0 0,0-1 0,0 1 0,0-2 0,0 1 0,9-2 0,-13 1 0,1 0 0,-1 0 0,0 0 0,1 0 0,-1-1 0,0 1 0,0-1 0,0 0 0,0-1 0,-1 1 0,1-1 0,0 1 0,5-7 0,-7 6 0,0 0 0,0 0 0,0 0 0,-1 0 0,0 0 0,1 0 0,-1 0 0,0 0 0,0 0 0,-1-1 0,1 1 0,-1 0 0,0-1 0,0 1 0,0 0 0,0-1 0,0 1 0,-1 0 0,1-1 0,-2-4 0,-3-4 0,1-1 0,-1 1 0,-1 0 0,0 1 0,-1 0 0,0 0 0,-1 0 0,0 1 0,0 0 0,-12-10 0,6 7 0,0 0 0,0 1 0,-2 1 0,1 1 0,-1 0 0,-26-11 0,39 19-27,0 1 1,0-1-1,0 1 0,0 0 0,0 0 1,0 0-1,0 1 0,-1-1 0,1 1 1,0 0-1,0 0 0,-1 0 0,1 0 0,0 0 1,-1 1-1,1-1 0,0 1 0,0 0 1,0 0-1,0 0 0,0 0 0,0 1 1,0-1-1,0 1 0,0 0 0,1 0 0,-1 0 1,1 0-1,-1 0 0,1 1 0,0-1 1,0 1-1,0-1 0,0 1 0,0 0 1,1-1-1,-1 1 0,1 0 0,0 0 0,0 1 1,0-1-1,0 0 0,0 0 0,1 0 1,-1 1-1,1-1 0,0 0 0,0 0 0,0 1 1,2 4-1,3 20-6799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7:49:57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24575,'3'-2'0,"-1"1"0,1 0 0,0 1 0,-1-1 0,1 0 0,0 1 0,0-1 0,-1 1 0,1 0 0,0 0 0,0 0 0,0 1 0,-1-1 0,1 0 0,0 1 0,3 1 0,6 0 0,41 8 0,83 26 0,10 3 0,-105-33 0,-32-5 0,0-1 0,-1 1 0,1 1 0,0 0 0,0 0 0,-1 1 0,1 0 0,-1 0 0,0 1 0,13 7 0,-20-9 0,0 0 0,0 0 0,0-1 0,0 1 0,0 0 0,0 0 0,-1 0 0,1 0 0,-1 0 0,1 0 0,-1 0 0,0 0 0,0 0 0,0 0 0,0 0 0,0 0 0,0 0 0,-1 0 0,1 0 0,0 0 0,-1 0 0,0-1 0,1 1 0,-1 0 0,0 0 0,0 0 0,0-1 0,0 1 0,-1 0 0,1-1 0,-2 2 0,-47 55 0,46-54 0,-63 62 0,18-19 0,2 2 0,-47 64 0,75-87-119,0 0-88,0 0-1,2 1 0,1 0 0,1 2 1,-14 36-1,25-49-6618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7:49:58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24575,'5'4'0,"9"6"0,12 6 0,10 4 0,12 3 0,6 2 0,8-3 0,1 4 0,8-4 0,-4 0 0,-5-4 0,-8-5 0,-9-5 0,-8 0 0,-1 0 0,-3-3 0,-2-1 0,-7-2-8191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5T08:02:25.6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0,'800'61,"-163"-3,-204-46,82 4,1199 11,-916-26,-199 36,-7 42,-116-16,-140-21,348 9,1-49,46 0,-6 61,-459-23,337 6,889-45,-682-4,80 1,925 4,-1066 10,312 1,3539-14,-4581 1,76 3,-87-2,-1 0,1 1,0-1,-1 1,1 1,-1-1,0 1,0 1,9 4,-16-7,1-1,0 0,-1 1,1-1,-1 1,1-1,-1 0,1 1,-1-1,1 1,-1-1,1 1,-1 0,0-1,1 1,-1-1,0 1,1 0,-1-1,0 1,0 0,0-1,0 1,0 0,0-1,0 1,0 0,0 0,0-1,0 1,0 0,0 0,-20 16,-37 2,-48 2,-117 6,65-10,-710 51,-4-59,653-11,-620 25,52 29,-4-35,85-4,-62 54,94-3,-471-44,486-16,-984 11,1054 8,-73 1,-1641-20,1182-7,-243-63,9 4,1029 65,-983-4,883-24,-71-1,490 26,-214-6,184 3,1-3,-1 0,1-3,-38-13,-536-237,600 254,-6-2,0-1,1 0,-26-20,40 28,-1-1,1 1,-1 0,1 0,-1-1,1 1,0 0,-1 0,1-1,0 1,-1 0,1-1,0 1,-1 0,1-1,0 1,0-1,-1 1,1-1,0 1,0 0,0-1,0 1,0-1,-1 1,1-1,0 1,0-1,0 1,0-1,0 1,1-1,-1 1,0-1,0 1,0 0,0-1,0 1,1-1,-1 1,0-1,0 1,1 0,-1-1,0 1,1 0,-1-1,0 1,1 0,-1-1,0 1,1 0,-1 0,1-1,0 1,33-7,63-1,121 7,-107 2,3842 6,-3025-33,-68 1,1988 23,-1331 5,-1491-3,-3 1,0-2,27-4,-62 0,-22-1,-1182-30,990 36,-257-1,-928 5,425 98,327-19,-155-43,-1-39,180-2,616 2,0-2,0 1,0 1,0 1,0 0,-34 10,51-12,1 1,0-1,-1 0,1 1,0-1,0 1,-1 0,1-1,0 1,0 0,0 0,0 0,0 0,0-1,0 1,0 1,0-1,0 0,1 0,-2 2,2-3,0 1,1 0,-1 0,0-1,0 1,1 0,-1 0,0-1,1 1,-1 0,0-1,1 1,-1 0,1-1,0 1,-1-1,1 1,-1-1,1 1,0-1,-1 1,1-1,0 0,0 1,6 2,0 0,0 0,0-1,0 0,12 2,7-3,0-1,51-6,-9 0,1013-4,-923 12,430 23,-565-23,-5-1,0 0,1 1,-1 0,0 2,-1 0,1 1,-1 1,19 9,-35-15,0 1,1 0,-1-1,0 1,0 0,1 0,-1 0,0 0,0 0,0 0,0 0,0 1,-1-1,1 0,0 0,0 1,-1-1,1 1,-1-1,1 0,-1 1,0-1,0 1,1-1,-1 1,0-1,0 1,0-1,-1 1,1 1,-2 1,0 0,0-1,0 1,0 0,0-1,-1 1,0-1,1 0,-6 4,-24 21,-1-3,-2 0,0-2,-62 29,35-19,54-28,-666 347,510-276,-3-8,-212 57,-202-3,534-111,47-11,0 0,0 0,0 0,0 0,1 0,-1 0,0 0,0 0,0 0,0 0,0 1,1-1,-1 0,0 0,0 0,0 0,0 0,0 0,0 0,0 1,0-1,1 0,-1 0,0 0,0 0,0 0,0 1,0-1,0 0,0 0,0 0,0 0,0 1,0-1,0 0,0 0,0 0,0 0,0 1,0-1,0 0,0 0,0 0,0 0,-1 0,1 1,0-1,0 0,0 0,0 0,0 0,0 1,87 3,776-6,5-65,-747 49,229-23,-401 60,-1004 285,813-215,5 10,-286 163,459-220,51-26,13-16,0 0,0 1,0-1,0 0,1 1,-1-1,0 0,0 0,0 1,0-1,0 0,0 0,0 1,1-1,-1 0,0 0,0 1,0-1,1 0,-1 0,0 0,0 0,0 1,1-1,-1 0,0 0,0 0,1 0,-1 0,0 0,1 0,-1 1,0-1,0 0,1 0,37-1,-36 1,238-31,45-5,304 8,-514 29,-54 3,-17 3,-6-5,0 0,0 0,0 0,0 0,0-1,-1 1,1-1,0 1,-1-1,-3 1,-388 156,269-113,-276 91,-148 57,539-189,-10 3,0 1,1 1,0 1,-33 23,51-33,1 1,-1-1,0 0,1 0,-1 1,1-1,-1 0,1 1,-1-1,1 1,-1-1,1 1,-1-1,1 1,-1-1,1 1,0-1,-1 1,1-1,0 1,0 0,-1-1,1 1,0 0,0-1,0 1,0 0,0-1,0 1,0 0,0-1,0 1,0 0,0-1,0 1,0-1,1 1,-1 0,0-1,0 1,1-1,-1 1,0 0,1 0,32 8,50-6,0-3,147-19,-34 2,-184 16,-1 0,0 1,1 1,-1 0,20 4,-29-4,-1-1,0 0,1 1,-1 0,0-1,0 1,0 0,1-1,-1 1,0 0,0 0,0 0,0 0,0 0,0 0,0 0,-1 1,1-1,0 0,-1 0,1 2,0-1,-1 1,0-1,0 0,-1 1,1-1,0 0,-1 1,1-1,-1 0,0 0,0 1,0-1,0 0,0 0,0 0,-1 0,-1 2,-18 22,-1 0,-2-2,0-1,-51 38,36-30,-490 341,350-255,-567 332,700-422,37-16,16-5,24-1,-28-5,109 2,121-13,-81 1,-37 4,382-4,-481 12,-17 2,-27 7,24-9,-287 103,-107 37,150-58,-335 164,516-215,-217 120,240-119,43-34,1 0,0 0,-1 0,1 0,0 0,-1 1,1-1,0 0,0 0,-1 0,1 1,0-1,0 0,0 0,-1 1,1-1,0 0,0 0,0 1,0-1,-1 0,1 1,0-1,0 0,0 1,0-1,0 0,0 1,0-1,0 0,0 1,0-1,0 0,0 1,0-1,0 0,1 1,-1-1,0 0,0 1,0-1,0 0,1 0,-1 1,0-1,0 0,0 0,1 1,-1-1,0 0,0 0,1 0,-1 1,0-1,1 0,-1 0,0 0,1 0,-1 0,1 0,9 2,1-2,0 1,0-2,0 1,0-1,18-5,-7 3,40-7,221-25,-277 35,54 1,-59-1,0 0,0 0,0 0,0 0,1 0,-1 0,0 1,0-1,0 0,0 1,0-1,0 1,0-1,0 1,0 0,0-1,0 1,0 0,-1 0,1-1,0 1,0 0,-1 0,1 0,0 0,-1 0,1 0,-1 0,0 0,1 0,-1 0,0 1,1-1,-1 0,0 0,0 0,0 0,0 0,0 0,0 1,-1-1,1 0,-1 1,-2 6,0-1,-1 1,0-1,-1 0,0-1,0 1,0-1,-1 0,0 0,-7 5,-71 52,78-59,-21 14,-13 10,-58 29,84-50,1-1,-1-1,-1 0,1 0,-1-2,0 0,0 0,-27 0,-443-10,457 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5T08:02:44.16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2015 228,'10'-2,"0"1,-1-1,1-1,-1 0,0 0,0 0,0-1,9-6,20-8,54-15,2 5,0 3,2 4,174-14,400 21,-527 15,405 3,933-4,-1049-12,115-1,-334 11,481 15,-533 7,0 7,229 69,-294-73,29 9,-123-32,-1 1,1-1,-1 0,1 1,-1 0,1-1,-1 1,1 0,-1-1,0 1,1 0,-1 0,0 0,0 0,1 0,-1 1,0-1,0 0,0 0,-1 1,1-1,0 1,0-1,-1 0,1 3,-1-2,0-1,-1 1,1 0,-1 0,0-1,1 1,-1 0,0-1,0 1,0-1,0 1,0-1,-1 1,1-1,0 0,-1 0,-2 3,-10 6,-1-1,0 0,-22 9,-15 3,-1-3,-1-1,0-4,-1-1,-71 5,-288 1,346-17,-703-5,-292 8,321 85,423-39,-454 39,-14 2,569-64,-375-4,536-21,-90 14,94-9,29-5,32-8,49-10,286-22,15 27,-261 9,2399-6,-1349 12,-1018-4,444-16,-550 14,0 0,-1 2,1 0,0 2,0 0,0 2,-1 0,1 2,-1 0,22 11,-43-17,0 0,0 1,0-1,0 1,0-1,-1 1,1-1,0 1,0 0,0-1,-1 1,1 0,0 0,-1 0,1 0,-1-1,1 1,-1 0,1 0,0 2,-1-2,0-1,-1 1,1 0,0 0,0 0,-1-1,1 1,0 0,-1-1,1 1,0 0,-1-1,1 1,-1 0,1-1,-1 1,0-1,1 1,-1-1,-1 1,-45 19,-435 75,367-76,-1009 123,606-84,-167 15,-321 41,355-28,-4-43,-512-86,1123 38,14 1,-54 0,75 5,0-1,0 1,0 1,0 0,0 0,0 0,1 1,-1 1,1-1,-11 8,-206 158,159-115,-2-2,-128 72,179-115,-8 3,-47 31,67-39,0-1,0 1,1 0,-1 0,1 1,0-1,0 1,1 0,-1 0,1 0,0 0,0 1,1-1,-1 1,-1 7,4-11,0-1,0 1,0 0,0 0,0 0,0 0,0 0,0-1,1 1,-1 0,1 0,0 0,-1-1,1 1,0 0,0-1,0 1,0-1,0 1,2 1,0 0,0 0,1 0,-1-1,1 1,0-1,0 0,0 0,5 2,10 2,-1-1,1-1,20 2,-34-5,218 19,-69-9,535 61,798 67,-777-76,322 16,306-73,-384-8,-782 6,-1 7,192 39,-296-33,105 40,-118-36,2-2,94 18,-130-33,1-1,-1-1,1-1,0-1,-1 0,1-2,-1 0,1-2,32-9,-83 7,-1070-43,-7 45,719 5,-112-2,-1190 23,-463 9,1690-32,-62-19,489 14,35 6,1 0,0 0,0 0,0 0,0 0,0 0,0 0,-1 0,1 0,0 0,0 0,0 0,0 0,0 0,0-1,0 1,0 0,0 0,-1 0,1 0,0 0,0 0,0 0,0 0,0-1,0 1,0 0,0 0,0 0,0 0,0 0,0 0,0-1,0 1,0 0,0 0,0 0,0 0,0 0,0 0,0-1,0 1,0 0,0 0,0 0,0 0,0 0,0 0,1 0,-1 0,0-1,0 1,0 0,0 0,0 0,0 0,0 0,0 0,1 0,-1 0,0 0,0 0,0 0,0 0,25-9,75-13,129-12,123 5,-272 23,1116-40,1 44,-767 4,1337 1,-496 89,-1109-72,0-7,244-12,-398-1,0-2,0 1,0-1,0 0,0-1,14-6,-20 9,-1-1,0 0,0 1,0-1,1 0,-1 0,0 0,0 0,0 0,0 0,-1 0,1 0,0-1,0 1,-1 0,1 0,-1-1,1 1,0-2,-1 1,0 1,-1-1,1 0,0 1,-1-1,1 0,-1 1,0-1,0 1,1-1,-1 1,0-1,0 1,0 0,0-1,-1 1,1 0,0 0,0 0,-3-2,-5-3,0 0,0 1,0 0,0 1,-1 0,0 0,0 1,-13-3,-91-12,100 17,-331-19,123 12,-609-71,1-31,741 97,-1494-218,1482 217,-406-75,474 77,33 11,0 1,0 0,0-1,0 1,0 0,1-1,-1 1,0 0,0-1,0 1,0 0,1-1,-1 1,0 0,0-1,1 1,-1 0,0 0,1-1,-1 1,0 0,1 0,-1 0,0-1,1 1,-1 0,0 0,1 0,-1 0,0 0,1 0,-1 0,1 0,-1 0,0 0,1 0,-1 0,1 0,0 0,75-6,1009 3,-585 7,210-5,852 8,-819 25,-10 64,-685-89,6 2,-54-9,0 0,0 0,0 0,0 0,0 0,0 0,0 0,0 0,0 1,0-1,0 0,-1 0,1 0,0 0,0 0,0 0,0 0,0 0,0 0,0 0,0 1,0-1,0 0,0 0,0 0,0 0,0 0,0 0,-35 0,-1413 51,387 23,4-88,1045 14,-52-4,0-2,-66-16,120 20,1-1,-1 0,1-1,0 0,-11-6,19 10,0-1,0 1,1 0,-1-1,0 1,0 0,1-1,-1 1,0-1,1 1,-1-1,0 0,1 1,-1-1,1 0,-1 1,1-1,-1 0,1 1,-1-1,1 0,0 0,-1 0,1 0,0 1,0-1,0 0,-1 0,1 0,0 0,0 0,0 1,1-1,-1 0,0 0,0 0,0 0,1 1,-1-1,0 0,1 0,-1 0,1 1,0-2,3-2,0 1,1 0,0 0,-1 0,1 1,8-4,82-29,194-45,-207 60,309-63,3 17,755-27,-731 88,204-9,-551 10,98-18,-147 17,0 0,0-2,-1 0,0-2,0 0,-1-1,0-1,25-19,-42 28,0-1,0 1,-1 0,1-1,-1 1,0-1,1 0,-1 0,2-3,-4 5,0 0,1-1,-1 1,0 0,0 0,0 0,0-1,0 1,0 0,0 0,-1 0,1 0,0-1,-1 1,1 0,0 0,-1 0,0 0,1 0,-1 0,1 0,-1 0,0 0,0 0,0 0,0 1,0-1,1 0,-1 0,0 1,-1-1,0 0,-16-8,1 0,-1 1,-1 1,0 1,1 1,-37-6,14 2,-88-19,-133-33,247 57,0-1,1 0,-1-1,-20-11,33 16,0 0,0-1,0 1,0 0,0-1,0 1,0-1,1 0,-1 1,0-1,1 0,0 0,-1 0,1 0,0-1,0 1,0 0,0 0,0-1,1 1,-1 0,1-1,-1 1,1 0,0-1,0 1,0-1,0 1,1-1,-1 1,1 0,-1-1,1 1,0 0,0 0,0-1,2-2,4-6,1 1,0 0,1 0,0 1,0 0,1 0,0 1,1 1,0 0,0 0,20-8,9-3,1 2,50-12,172-21,-4 1,-238 43,2-1,0 0,-1-2,41-20,-62 28,-1 0,1 0,-1 0,1 0,-1 0,1-1,-1 1,1 0,-1-1,1 1,-1 0,1-1,-1 1,0 0,1-1,-1 1,0-1,1 1,-1-1,0 1,1 0,-1-1,0 1,0-1,0 0,0 1,1-1,-1 1,0-2,-15-3,-32 5,-45 15,-159 46,146-32,-1011 218,1065-235,50-12,1 0,0 0,0-1,0 1,0 0,-1 0,1 0,0 0,0 0,0 0,-1 0,1 0,0 0,0 0,0 0,-1 0,1 0,0 0,0 0,0 0,0 0,-1 0,1 0,0 0,0 0,0 1,-1-1,1 0,0 0,0 0,0 0,0 0,0 0,-1 1,1-1,0 0,0 0,0 0,0 0,0 0,0 1,0-1,0 0,0 0,0 0,0 1,-1-1,1 0,0 0,0 0,0 1,0-1,0 0,0 0,1 0,-1 0,0 1,0-1,16 3,26-1,45-5,72 1,-145 3,0 1,0 0,-1 0,1 1,-1 1,0 1,0-1,22 14,-32-17,-1 0,0 0,0 1,0-1,1 1,-2 0,1 0,0 0,0 0,-1 0,1 0,-1 0,1 0,-1 0,0 1,0-1,1 5,-1-5,-1 0,0 0,-1 0,1 0,0 0,0 0,-1 0,1 0,-1 0,0 0,0 0,0 0,0 0,0-1,0 1,0 0,-3 2,-3 3,0-1,0 0,0 0,-1-1,0 0,0-1,-1 0,1 0,-10 3,-35 7,-1-2,0-2,-1-3,-104 1,117-6,-1357 6,393-10,892 3,-90 1,-272 37,406-24,1 4,0 2,-86 40,-79 25,62-41,-2-8,-1-8,-1-7,-335-2,-420-8,904-11,6 1,0-1,0-1,-28-4,47 4,0 0,0 0,0-1,0 0,1 1,-1-1,0 0,0 0,0 0,1 0,-1 0,0 0,1 0,-1 0,1-1,-1 1,1-1,0 1,0-1,0 0,0 1,-1-3,1 1,0-1,0 1,0-1,1 1,0-1,0 1,0 0,0-1,0 1,1-1,1-6,4-9,1 1,1 0,17-31,-18 36,27-48,3 2,2 1,3 2,3 3,1 1,3 2,2 2,2 3,2 1,2 4,1 2,3 2,0 3,2 3,122-40,-126 54,0 4,2 1,89-3,185 15,-153 2,61 0,378-6,-562-2,63-12,27-4,-115 21,-5 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5T08:02:48.6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0,'60'32,"1"-3,2-3,103 29,-148-49,0 1,-1 0,1 1,-2 1,31 20,-35-20,1 0,1-1,0 0,0-2,1 1,-1-2,1 1,30 4,-12-8,-19-2,0 1,0 0,-1 1,1 1,14 4,-27-7,1 1,0 0,0 0,0 0,0 0,-1 0,1 0,0 0,-1 0,1 0,-1 1,0-1,1 1,-1-1,0 1,0 0,0-1,0 1,0 0,0 0,0 0,-1 0,1-1,-1 1,1 0,-1 0,0 0,0 0,1 0,-2 0,1 0,0 0,0 0,-1 0,1 0,-1 0,1 0,-1 0,0 0,-2 3,0 1,0 1,-1-1,0 0,0 0,-1 0,1 0,-1-1,0 0,-1 0,0 0,1-1,-12 7,-8 3,-1-2,-27 10,-6 3,42-17,-68 37,79-41,0-1,1 1,-1 1,1-1,1 1,-1 0,0 0,1 0,0 1,1-1,-5 10,7-13,0-1,1 1,-1 0,1-1,0 1,0 0,0-1,0 1,0 0,0 0,0-1,0 1,1 0,-1-1,0 1,1 0,0-1,-1 1,1-1,0 1,0-1,0 1,0-1,0 1,0-1,0 0,1 0,-1 0,0 0,1 0,-1 0,1 0,-1 0,1 0,-1 0,1-1,-1 1,1-1,0 1,2-1,10 4,-1 0,1-2,25 3,-35-5,107 3,-74-4,0 2,44 7,-80-8,-1 0,0 0,0-1,0 1,0 0,1 0,-1 0,0 0,0 0,0 0,1 0,-1 0,0 0,0 0,0 0,1 0,-1 0,0 0,0 0,0 0,1 0,-1 0,0 0,0 0,0 0,1 0,-1 0,0 0,0 0,0 1,0-1,1 0,-1 0,0 0,0 0,0 0,0 1,0-1,0 0,1 0,-1 0,0 0,0 1,0-1,0 0,0 0,0 0,0 1,0-1,0 0,0 0,0 0,0 1,0-1,0 0,0 0,0 0,0 1,0-1,0 0,0 0,0 0,0 0,0 1,-1-1,1 0,-20 9,-33 3,-16-6,-75-1,121-5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5T08:02:50.1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56,'180'-15,"-125"9,142-28,-162 33,-35 1,0 0,0 0,1 0,-1 0,0 0,0 0,1 0,-1 1,0-1,0 0,1 0,-1 0,0 0,0 0,1 0,-1 1,0-1,0 0,0 0,0 0,1 1,-1-1,0 0,0 0,0 0,0 1,0-1,0 0,1 0,-1 1,0-1,0 0,0 0,0 1,0-1,0 0,0 1,0-1,0 0,0 0,0 1,-9 13,-19 11,26-24,-120 90,70-55,2 2,-56 54,100-85,-1 0,1 0,0 1,0 0,1 0,0 0,0 1,1-1,0 1,-4 17,7-22,1 0,-1 1,1-1,0 0,1 1,-1-1,1 0,0 1,0-1,0 0,0 0,1 0,0 0,-1 0,2 0,-1 0,0-1,1 1,-1-1,1 0,0 1,0-1,1-1,-1 1,0 0,6 2,11 8,1-1,0 0,1-2,0-1,35 10,120 21,-6-3,-171-37,0 0,0 0,-1 0,1 0,0 0,0 0,0 0,0 0,0 1,-1-1,1 0,0 0,0 0,0 0,0 0,0 0,0 0,-1 0,1 1,0-1,0 0,0 0,0 0,0 0,0 0,0 1,0-1,0 0,0 0,0 0,0 0,0 0,-1 1,1-1,0 0,0 0,0 0,1 0,-1 1,0-1,0 0,0 0,0 0,0 0,0 0,0 1,0-1,0 0,0 0,0 0,0 0,0 0,1 1,-1-1,0 0,0 0,0 0,0 0,0 0,0 0,1 0,-1 0,0 0,0 0,-25 10,-37 6,-42 1,71-14,0 2,0 2,1 0,-1 3,-51 21,81-30,0 1,0-1,1 1,-1 0,0 0,1 0,-1 0,1 0,0 0,0 1,-1-1,2 1,-1 0,0-1,0 1,1 0,-2 3,3-4,0-1,0 0,0 0,0 0,0 0,0 0,0 0,0 0,1 0,-1 0,0 0,1 0,-1 0,0 0,1 0,0 0,-1 0,1-1,-1 1,2 1,0 0,1 0,-1 0,1 0,-1-1,1 1,0-1,0 0,-1 0,1 0,4 1,47 9,6-4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5T08:02:52.0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550 755,'4'-3,"1"0,-1 0,1 0,-1 1,1 0,0 0,0 0,7-1,10-5,323-115,-331 119,-11 3,1 1,-1-1,1 0,-1 0,0-1,1 1,-1-1,0 0,0 1,0-1,0-1,0 1,-1 0,1-1,2-2,-5 5,-1-1,1 1,0-1,0 1,0 0,0-1,0 1,-1-1,1 1,0 0,0-1,-1 1,1 0,0-1,0 1,-1 0,1 0,0-1,-1 1,1 0,-1 0,1-1,0 1,-1 0,1 0,-1 0,1 0,0 0,-1 0,1-1,-1 1,1 0,-1 0,1 0,0 1,-1-1,0 0,-33-2,-1 2,0 1,1 2,-60 12,38-6,-100 13,-281 3,427-25,0-1,-1 0,1 0,0-1,-17-4,25 5,0 1,1-1,-1 0,0 0,0 0,1 0,-1 0,1 0,-1 0,1-1,-1 1,1 0,0-1,0 1,-1-1,1 0,0 1,0-1,1 0,-1 0,0 1,1-1,-1 0,1 0,-1 0,1 0,0 0,0 0,0 0,0 0,0 1,0-1,1 0,-1 0,0 0,2-2,0-3,1 1,0-1,1 1,0 0,0 0,0 0,0 0,1 1,0 0,0 0,1 0,11-8,13-7,42-22,-41 25,42-23,65-39,-122 68,-1 0,1-1,-2-1,0-1,23-28,-33 37,0-1,-1 1,0-1,0 0,-1 0,1 0,-1 0,-1 0,1 0,-1 0,0-1,0 1,-1-11,0 14,-1-1,1 1,-1 0,0-1,0 1,0 0,0 0,0 0,-1-1,0 2,1-1,-1 0,0 0,-1 0,1 1,0 0,-1-1,1 1,-1 0,0 0,0 0,1 0,-1 1,-1-1,1 1,0 0,-6-2,-48-8,54 11,0-1,0 1,0 0,0 0,-1 0,1 0,0 1,0-1,0 1,0 0,1 0,-1 0,0 0,0 0,0 1,1-1,-4 3,6-4,-1 1,1 0,0-1,-1 1,1 0,0 0,0-1,0 1,-1 0,1-1,0 1,0 0,0 0,0-1,0 1,1 0,-1 0,0-1,0 1,0 0,0-1,1 1,-1 0,0-1,1 1,-1 0,1-1,-1 1,1 0,-1-1,1 1,21 20,-19-18,23 19,-8-8,0 1,0 1,-2 1,0 1,21 30,-34-43,0 0,-1 0,1 0,-1 0,0 0,-1 1,1-1,-1 1,0-1,-1 1,1-1,-1 1,0 0,-1-1,1 1,-1-1,0 1,0-1,-1 1,0-1,0 0,0 1,0-1,-1 0,0-1,0 1,0 0,-1-1,-5 6,-25 25,-1-3,-2 0,-58 37,-16 13,72-51,2 2,-54 62,81-83,0 0,1 0,1 1,0 0,1 1,0 0,1 0,1 0,0 1,1 0,1 0,0 0,-1 16,4-25,0-1,0 0,1 0,0 0,0 1,0-1,0 0,1 0,0 0,0-1,0 1,0 0,1-1,0 1,5 6,-2-6,0 1,0-1,0 0,1 0,0 0,0-1,0 0,0-1,10 4,10 1,1-1,0-1,1-1,44 1,39-5,-74-2,1 1,46 7,-80-6,0 1,-1-1,1 1,-1 0,1 1,-1-1,0 1,0 0,0-1,0 2,0-1,-1 0,0 1,0 0,0 0,0 0,0 0,-1 0,1 0,-1 1,2 7,0-5,-1 0,1 0,0 0,1-1,0 1,0-1,10 9,0-4,1-1,0-1,1-1,0-1,0 0,0-1,1 0,0-2,0 0,0-1,1-1,-1-1,1 0,-1-1,19-3,-32 2,-1 0,0 0,0 0,0-1,0 1,0-1,0 0,6-4,-10 5,1 1,-1 0,1 0,-1-1,0 1,1 0,-1-1,0 1,0 0,1-1,-1 1,0 0,0-1,1 1,-1-1,0 1,0-1,0 1,0 0,0-1,0 1,0-1,0 1,0-1,0 1,0-1,0 1,0 0,0-2,-1 1,0 0,0 0,0 1,0-1,0 0,0 0,0 0,0 1,-1-1,1 0,0 1,0 0,-1-1,1 1,-2-1,-21-4,0 0,0 2,-1 1,1 1,0 1,-29 3,5 3,0 2,-52 15,83-19,1 0,-1 1,1 1,1 0,-1 2,1-1,1 2,-1 0,-24 21,21-8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5T08:03:02.733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0 812,'1008'16,"-744"-10,-193-4,0 4,0 3,118 30,-115-21,1-4,84 6,152-6,112 13,-23 44,-362-59,-37-12,-1 0,0 0,0 0,1 0,-1 0,0 0,0 0,1 0,-1 1,0-1,0 0,1 0,-1 0,0 0,0 0,0 0,1 1,-1-1,0 0,0 0,0 0,1 1,-1-1,0 0,0 0,0 0,0 1,0-1,0 0,0 0,1 1,-1-1,0 0,0 0,0 1,0-1,0 0,0 1,0-1,0 0,0 0,0 1,-1-1,-12 6,-30 1,39-7,-596 85,-824 75,1330-156,42-3,0 2,-57 12,-10 7,-1-6,0-4,-182-7,973-3,-325-5,-32 1,418 9,-713-7,1 1,-1 1,0 0,1 2,-1 0,-1 1,1 1,-1 1,0 1,20 10,190 104,-225-120,35 25,-37-27,0 1,0 0,-1-1,1 1,0 0,0 0,-1 0,1-1,-1 1,1 0,-1 0,1 0,-1 0,0 0,1 0,-1 0,0 0,0 0,0 0,0 0,0 1,0-1,0 0,0 0,0 0,0 0,0 0,-1 0,1 0,-1 0,1 0,0 0,-1 0,0-1,1 1,-1 0,1 0,-1 0,-1 1,-8 4,-1 0,1 0,-1-1,0-1,0 1,0-2,-1 0,0 0,1-1,-14 1,-15 4,-720 114,698-112,-608 63,331-38,154-28,10-2,151-1,0 0,0 1,0 2,-44 16,65-22,1 1,-1 0,1 0,0 0,0 1,-1-1,1 1,0-1,0 1,1-1,-1 1,0 0,0 0,1 0,-1 0,1 0,-2 4,3-5,-1 1,1 0,0 0,0 0,0-1,0 1,0 0,0 0,0 0,1-1,-1 1,0 0,1 0,0-1,-1 1,1 0,0-1,2 4,1 0,0 0,1 0,-1 0,1 0,0-1,1 0,-1 0,1 0,0-1,0 0,0 0,7 2,21 5,-1-2,1-1,59 4,112-5,-135-6,359-1,352 12,-663 3,-1 5,193 57,-234-59,0-3,1-3,0-4,145-5,-75-1,69-3,-207 1,1-1,0 0,-1-1,0 0,1 0,-1-1,0 0,-1-1,1 1,-1-2,15-11,-20 15,0-1,0 1,0-1,0 0,0 0,-1 0,1 0,-1-1,0 1,0-1,0 1,0-1,-1 0,0 0,1 1,-1-1,-1 0,1 0,0 0,-1 0,0 0,0 0,0 0,-1 0,1 0,-1 0,0 0,0 0,0 0,-1 0,-1-4,-1 3,0 0,0-1,0 1,-1 1,0-1,0 1,0 0,0 0,-1 0,1 1,-10-5,-78-28,55 23,-62-22,-2 4,-130-23,231 54,-78-18,74 16,-1 1,1-2,0 1,-1 0,1-1,0 0,1 0,-1-1,1 1,-1-1,-6-7,10 9,0 1,0-1,0 0,1 0,-1 0,0 0,1 0,-1 1,1-1,0 0,0 0,-1 0,1 0,0 0,1 0,-1 0,0 0,1 0,-1 0,1 0,-1 0,1 0,0 0,0 1,0-1,0 0,0 0,0 1,0-1,1 1,-1-1,1 1,2-3,5-4,1 1,0 0,0 0,14-7,160-66,-139 64,-1-2,0-2,-1-2,43-30,-81 48,0 1,-1-1,0 0,0 0,0-1,0 1,-1-1,1 0,-1 0,0 0,-1 0,1-1,-1 1,0-1,0 0,-1 1,0-1,0 0,0 0,-1 0,0 1,0-1,0 0,-1 0,0 0,0 0,0 1,-1-1,-3-9,0 5,1 0,-1 0,-1 1,0-1,0 1,-1 0,0 1,-1 0,0 0,0 1,0-1,-1 2,0-1,-1 2,-10-6,-21-5,33 13,-1 1,1-1,0 0,0-1,0 0,0-1,1 1,0-1,-1-1,2 1,-1-1,-5-7,10 11,1 0,0-1,1 1,-1 0,0 0,1-1,-1 1,1-1,0 1,-1 0,1-1,1 1,-1 0,0-1,0 1,1-1,-1 1,1 0,0 0,0-1,0 1,0 0,0 0,0 0,1 0,-1 0,1 0,-1 0,3-2,6-6,0 1,0 0,20-14,40-24,-31 22,0-2,-2-1,-1-2,40-44,-72 70,0-1,0 0,-1 0,0 0,0 0,0 0,0-1,-1 1,0-1,0 0,-1 1,1-7,-1 9,-1 0,-1 0,1-1,0 1,-1 0,0 0,1 0,-1 0,0 1,-1-1,1 0,0 0,-1 1,0-1,1 1,-1-1,0 1,0-1,0 1,-1 0,1 0,-1 0,1 1,-6-4,-11-6,-1 1,-1 1,0 1,0 1,-1 0,1 2,-40-5,-165 0,21 2,195 7,-1-1,1 0,-1 0,-18-9,28 11,0 0,-1-1,1 1,0-1,0 1,0-1,0 0,0 1,0-1,0 0,0 0,0 0,0 1,0-1,0 0,1 0,-1 0,0-1,1 1,-1 0,1 0,-1 0,1 0,-1-1,1 1,0 0,0 0,-1 0,1-1,0 1,0 0,1-1,-1 1,0 0,0 0,0-1,1 1,-1 0,1 0,-1 0,1 0,-1 0,1-1,0 1,-1 0,1 0,0 0,0 1,0-1,0 0,0 0,1 0,22-19,0 2,1 1,1 0,0 2,44-17,-49 22,54-21,-52 22,0 0,0-2,-1 0,23-16,-44 26,0 1,0-1,-1 1,1-1,0 1,0-1,-1 1,1-1,0 1,-1-1,1 0,-1 1,1-1,-1 0,1 0,-1 0,0 1,1-1,-1 0,0 0,1 0,-1 0,0 1,0-1,0 0,0 0,0 0,0-1,-1 1,0-1,0 1,0 0,0 0,0 0,0 1,0-1,-1 0,1 0,0 1,0-1,-1 0,1 1,0-1,-1 1,-1 0,-71-11,58 10,-7-1,-30-5,50 7,0-1,0 0,0 0,0 0,0 0,0 0,0 0,1-1,-1 1,0-1,1 0,-1 0,-1-2,3 3,1 0,0 0,-1 0,1 0,0 0,0 0,0 0,-1 0,1 0,0 1,0-1,0 0,1 0,-1 0,0 0,0 0,0 0,1 0,-1 0,0 0,1 0,-1 0,1 1,-1-1,1 0,0 0,-1 0,1 1,0-1,-1 0,2 0,27-23,-26 22,25-16,1 2,1 0,49-17,-44 20,-1-2,44-27,-77 42,0-1,1 1,-1-1,0 0,0 1,0-1,0 0,0 0,0 0,0 0,0 0,0 0,0 0,0 0,-1 0,1 0,1-2,-21 4,-38 17,33-8,0 1,1 2,1 0,0 1,1 1,0 1,1 1,1 1,1 1,1 0,-17 24,30-36,0-1,1 1,0 0,0-1,1 1,0 0,0 1,1-1,0 0,0 1,0-1,1 0,0 1,1-1,0 0,0 1,0-1,1 0,0 0,3 8,8 10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04:11.47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701 3599 24575,'51'0'0,"1"-3"0,-1-2 0,89-21 0,-106 17 0,0-2 0,-1-1 0,-1-2 0,0-1 0,-1-1 0,41-29 0,-16 1 0,-1-1 0,-3-3 0,49-57 0,127-174 0,-184 223 0,-2 0 0,-3-2 0,-2-2 0,-3-1 0,-3-2 0,-2 0 0,-4-3 0,-2 0 0,-3-1 0,13-79 0,14-200 0,28-375 0,-62-8 0,-13 699 0,-6-117 0,5 134 0,-1 0 0,-1 0 0,0 1 0,0-1 0,-1 1 0,-1 0 0,0 0 0,-12-20 0,12 27 0,1 0 0,-1 0 0,-1 1 0,1 0 0,-1 0 0,1 0 0,-1 0 0,0 1 0,-1 0 0,1 0 0,0 1 0,-1 0 0,1 0 0,-1 0 0,0 1 0,0 0 0,0 0 0,1 1 0,-11 0 0,-17 1 0,1 1 0,-53 11 0,-18 12 0,0 4 0,-177 77 0,-16 26 0,222-94 0,-129 90 0,179-109 0,1 2 0,1 1 0,1 1 0,1 0 0,-29 45 0,-75 141 0,76-120 0,-239 382 0,274-444 0,1 1 0,1 0 0,1 1 0,-13 57 0,-10 125 0,11-53 0,-11 21 0,8 2 0,-4 285 0,30-390 0,3 0 0,4 0 0,31 142 0,-18-124 0,-16-69 0,1-1 0,0 0 0,2 0 0,1-1 0,1 0 0,14 27 0,35 43-52,-11-17-604,39 83-1,-70-124-6169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04:13.02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2113 24575,'0'-1016'0,"1"974"0,3 0 0,1 0 0,2 1 0,2 0 0,28-79 0,-2 32 0,71-124 0,-91 179 0,-1-1 0,-2 0 0,15-64 0,-2 4 0,-14 61-455,2 0 0,25-49 0,-22 54-6371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04:13.75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1 138 24575,'9'-8'0,"0"1"0,1 0 0,0 1 0,0 0 0,19-8 0,20-12 0,-22 7 0,-19 12 0,0 1 0,1 0 0,0 0 0,0 1 0,0 1 0,11-5 0,-18 9 0,0-1 0,0 1 0,0-1 0,0 1 0,0 0 0,1 0 0,-1 0 0,0 0 0,0 1 0,0-1 0,0 0 0,0 1 0,0-1 0,0 1 0,0 0 0,0 0 0,0 0 0,0 0 0,0 0 0,0 0 0,0 1 0,-1-1 0,1 0 0,-1 1 0,1-1 0,-1 1 0,1 0 0,-1 0 0,0-1 0,0 1 0,0 0 0,0 0 0,0 0 0,1 4 0,8 21 18,-1 2 1,-2-1-1,-1 1 0,-1 0 0,2 37 0,11 57-1492,-9-86-5352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05:48.67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1569 2151 24575,'0'-536'0,"-4"480"0,-3 1 0,-2 0 0,-2 1 0,-2 0 0,-3 0 0,-43-95 0,-177-291 0,172 331 0,-29-48 0,-137-176 0,223 324 0,-1 1 0,0 0 0,0 0 0,-1 1 0,0 0 0,0 0 0,0 1 0,-1 0 0,0 1 0,-1 0 0,1 1 0,-1 0 0,1 0 0,-1 1 0,0 1 0,-1 0 0,1 0 0,0 1 0,-1 1 0,1 0 0,0 0 0,-1 1 0,1 1 0,0-1 0,0 2 0,0 0 0,-17 6 0,-8 8 0,1 0 0,1 3 0,1 0 0,1 3 0,0 0 0,2 2 0,-53 56 0,66-62 0,0 0 0,2 2 0,0-1 0,2 2 0,0 0 0,1 0 0,1 1 0,2 1 0,0 0 0,1 0 0,2 0 0,0 1 0,2 0 0,-2 28 0,-16 131 0,-3 50 0,28 125 0,3-295 0,2-1 0,3 0 0,33 102 0,198 475 0,-214-571 0,9 29 0,46 100 0,-70-174 0,0-1 0,2-1 0,1 0 0,0 0 0,2-2 0,23 21 0,1-5 0,2-1 0,71 42 0,-107-72 0,1 0 0,0-1 0,0 0 0,0 0 0,0-1 0,1 0 0,-1-1 0,1 0 0,-1 0 0,1-1 0,0-1 0,0 1 0,0-2 0,-1 1 0,1-1 0,0-1 0,-1 0 0,1 0 0,-1-1 0,1 0 0,-1 0 0,0-1 0,0-1 0,-1 1 0,1-1 0,-1-1 0,0 0 0,-1 0 0,1 0 0,-1-1 0,0 0 0,-1-1 0,0 1 0,6-10 0,17-38 0,-2-1 0,23-70 0,-23 53 0,3-7-195,-5-1 0,-3-2 0,-3 0 0,-4-1 0,-4 0 0,1-169 0,-13 222-6631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05:50.05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1500 2484 24575,'-1'-22'0,"-1"0"0,-9-44 0,0 7 0,-76-393 0,68 383 0,-3 1 0,-3 2 0,-3 0 0,-55-94 0,28 75 0,-81-96 0,-80-68 0,43 53 0,-352-425 0,508 602-455,0 0 0,-35-30 0,32 35-6371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05:50.57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0 533 24575,'9'-17'0,"-1"-1"0,-1 0 0,-1 0 0,0 0 0,-1 0 0,-1-1 0,-1 0 0,1-33 0,4-9 0,-2 20 0,-1-1 0,3 0 0,14-45 0,-21 84 0,0 0 0,1-1 0,-1 1 0,1 0 0,0 0 0,0 0 0,0 0 0,1 0 0,-1 0 0,1 1 0,-1-1 0,1 1 0,0-1 0,0 1 0,0 0 0,0 0 0,4-1 0,-1 0 0,1 1 0,0 0 0,0 0 0,0 1 0,0 0 0,0 0 0,0 1 0,9 0 0,8 2 0,1 1 0,-1 1 0,45 14 0,-36-8-124,-1 2 0,0 1 0,-1 1 0,0 2 0,-1 2 0,-1 0-1,0 2 1,-2 1 0,0 1 0,45 50 0,-50-43-6702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06:54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1033 99 24575,'-171'-2'0,"-242"-33"0,260 15 0,-74-13 0,214 31 0,6 0 0,-1 0 0,1 1 0,-1 0 0,1 1 0,-12 0 0,74 14 0,344 11 0,-254-15 0,-75-6 0,95 16 0,197 33 0,-218-35-1365,-115-16-5461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06:56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80 24575,'26'13'0,"2"-2"0,0-1 0,0-1 0,0-1 0,58 8 0,-12-10 0,88-3 0,-104 0 0,103 17 0,-126-14 0,81 23 0,-115-29 0,0 0 0,0 1 0,0-1 0,1 0 0,-1 0 0,0 1 0,0-1 0,0 0 0,0 0 0,1-1 0,-1 1 0,0 0 0,0 0 0,0 0 0,0-1 0,0 1 0,1-1 0,-1 1 0,0-1 0,0 1 0,1-1 0,-2 0 0,0 0 0,0 0 0,0 1 0,1-1 0,-1 0 0,0 0 0,0 1 0,0-1 0,0 0 0,0 0 0,-1 1 0,1-1 0,0 0 0,0 1 0,0-1 0,-1 0 0,1 0 0,0 1 0,-1-1 0,1 1 0,0-1 0,-1 0 0,0 0 0,-3-4 0,0 0 0,0 0 0,-1 0 0,1 1 0,-1 0 0,-11-7 0,-15-3 0,-1 1 0,0 2 0,-1 1 0,-66-10 0,53 11 0,-100-11 0,102 16 0,1-1 0,-50-14 0,50 10 0,0 1 0,-1 2 0,1 2 0,-1 2 0,-81 7 0,83 3 0,30 1 0,12-9 0,0 1 0,1 0 0,-1 0 0,0-1 0,1 1 0,-1 0 0,1-1 0,-1 1 0,1 0 0,-1-1 0,1 1 0,-1 0 0,1-1 0,0 1 0,-1-1 0,1 0 0,0 1 0,-1-1 0,1 1 0,0-1 0,0 0 0,0 0 0,0 1 0,15 5 0,1-1 0,-1-1 0,1 0 0,0-1 0,0-1 0,27 0 0,32 5 0,403 79 0,-470-84 0,67 10 0,108 2 0,-249-14 0,1-3 0,-86-16 0,57-1-455,-1 4 0,-107-4 0,158 20-6371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07:07.53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3513 24575,'8'-15'0,"1"0"0,-2-1 0,0 0 0,-1 0 0,0-1 0,5-31 0,8-109 0,-15 115 0,33-282 0,116-478 0,-16 307 0,-91 353 0,93-192 0,-112 282 0,3 0 0,2 2 0,2 2 0,2 0 0,70-69 0,-49 63 0,3 3 0,2 2 0,120-72 0,-38 32 0,-82 47 0,2 4 0,2 2 0,117-46 0,5 36 0,-79 23 0,-1 3 0,179-10 0,-181 21 0,133-5-1365,-180 12-5461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07:08.69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136 6 24575,'2'-1'0,"-1"1"0,0-1 0,0 1 0,0-1 0,1 1 0,-1-1 0,0 1 0,1 0 0,-1-1 0,0 1 0,1 0 0,-1 0 0,0 0 0,1 0 0,-1 0 0,0 0 0,1 1 0,-1-1 0,0 0 0,1 1 0,-1-1 0,0 1 0,0-1 0,2 2 0,36 19 0,-30-16 0,74 39 0,45 28 0,-117-64 0,1-1 0,-1 0 0,1 0 0,1-2 0,-1 1 0,1-2 0,0 1 0,0-2 0,1 0 0,-1 0 0,24 0 0,-28-2 0,1-1 0,0 2 0,0-1 0,-1 1 0,15 5 0,-22-7 0,-1 1 0,0-1 0,1 1 0,-1-1 0,0 1 0,1-1 0,-1 1 0,0 0 0,0 0 0,0-1 0,0 1 0,0 0 0,0 0 0,0 0 0,0 0 0,0 1 0,0-1 0,0 0 0,0 0 0,-1 0 0,1 1 0,-1-1 0,1 0 0,-1 1 0,1-1 0,-1 1 0,0-1 0,0 0 0,1 1 0,-1-1 0,0 1 0,0-1 0,-1 0 0,1 1 0,0-1 0,0 1 0,-1-1 0,1 0 0,-1 1 0,1-1 0,-1 0 0,1 1 0,-1-1 0,0 0 0,0 0 0,1 0 0,-1 0 0,-1 2 0,-5 5 0,1-1 0,-1 1 0,-1-1 0,1 0 0,-1-1 0,0 0 0,0 0 0,-1-1 0,-12 6 0,-96 36 0,23-11 0,-257 121-1365,310-139-5461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5T08:07:30.26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2483 11,'-2384'0,"2314"-5,42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5T08:07:34.8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4479 367,'-554'3,"-611"-8,600-45,-31 0,-110 50,291 2,395-1,6-1,-1 0,1 0,0-2,-25-4,36 5,0 0,1 1,-1-1,0-1,1 1,-1 0,0-1,1 1,0-1,-1 0,1 0,0 0,0 0,0 0,0 0,1 0,-1-1,0 1,1-1,0 1,-1-1,1 0,0 1,1-1,-1 0,0 0,1 0,-1 0,1-3,0-5,0 1,-1-1,-1 1,0-1,0 1,-6-18,5 24,1 0,-1 0,0 0,0 0,0 0,0 1,-1-1,1 1,-1 0,0 0,0 1,0-1,0 1,0-1,-1 1,1 1,-7-3,-19-5,-1 2,-38-6,2 1,42 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5T08:07:35.7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28,'5'-3,"-1"1,1-1,0 1,1 0,-1 0,0 1,0 0,1 0,-1 0,1 0,-1 1,1 0,6 1,7-2,663-7,-405 10,413-4,592 5,-982 9,70 1,-334-13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5T08:07:39.32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0 155,'11'-11,"-1"0,2 0,-1 1,2 0,-1 1,1 1,0 0,1 1,23-10,12 4,1 1,0 3,80-4,159 9,-181 5,79-3,371 16,-450 3,-1 4,121 42,-112-29,157 25,-33-30,96 14,-275-32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0:18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1241 24575,'7'-1'0,"0"0"0,0 0 0,0-1 0,0 0 0,-1 0 0,1-1 0,6-3 0,11-3 0,59-26 0,-1-3 0,-2-4 0,84-59 0,214-174 0,-339 245 0,670-517 0,-680 525 0,-4 1 0,2 1 0,1 1 0,0 2 0,49-22 0,-75 38 0,1-1 0,0 1 0,-1 0 0,1 1 0,0-1 0,-1 0 0,1 1 0,0 0 0,0-1 0,0 1 0,0 0 0,-1 0 0,1 1 0,0-1 0,0 1 0,0-1 0,-1 1 0,1 0 0,0 0 0,-1 0 0,1 0 0,-1 1 0,1-1 0,-1 1 0,0-1 0,1 1 0,-1 0 0,0 0 0,0 0 0,0 0 0,0 0 0,-1 0 0,1 1 0,-1-1 0,1 1 0,-1-1 0,2 6 0,2 8 0,0 0 0,-1 0 0,-1 0 0,-1 1 0,1 21 0,-3-36 0,4 114 3,-5 0 1,-27 196-1,-70 229-122,-182 579-404,173-721 499,84-314-48,-33 157-1112,51-208-5095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0:33.87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499 1421 24575,'1'2'0,"-1"0"0,1 0 0,0 0 0,-1 0 0,1 0 0,0 0 0,0-1 0,0 1 0,1 0 0,-1 0 0,0-1 0,1 1 0,-1-1 0,1 1 0,-1-1 0,1 0 0,0 1 0,-1-1 0,1 0 0,0 0 0,0 0 0,0 0 0,0-1 0,0 1 0,0 0 0,0-1 0,0 0 0,3 1 0,61 7 0,-55-8 0,0-1 0,-1-1 0,1 0 0,0 0 0,-1-1 0,0 0 0,1-1 0,-1 0 0,-1-1 0,1 0 0,-1 0 0,0-1 0,0 0 0,0-1 0,-1 0 0,0 0 0,0-1 0,8-11 0,4-4 0,-2-2 0,0 0 0,-2-1 0,0-1 0,14-37 0,-10 12 0,-2-1 0,19-93 0,4-116 0,-37 225 0,-1 0 0,-2 0 0,-1-1 0,-3 1 0,0 0 0,-3 0 0,-17-63 0,18 81 0,-2 1 0,0-1 0,-1 1 0,-1 1 0,-1-1 0,0 2 0,-1-1 0,-1 2 0,0-1 0,-1 2 0,-1 0 0,-1 0 0,0 1 0,0 1 0,-1 0 0,-23-12 0,28 19 0,0 0 0,0 0 0,0 1 0,-1 1 0,1 0 0,-1 0 0,0 1 0,0 1 0,1 0 0,-1 1 0,0 0 0,0 0 0,0 1 0,-16 4 0,9 0 0,-1 2 0,0 0 0,1 1 0,1 1 0,-1 0 0,1 2 0,-21 16 0,-5 4 0,2 2 0,1 2 0,2 2 0,2 1 0,-34 45 0,53-58 0,0 2 0,2 0 0,0 1 0,2 0 0,2 1 0,0 1 0,2 0 0,1 0 0,-8 58 0,10-11 0,3 0 0,4 0 0,12 92 0,-3-91 0,29 120 0,-33-179-341,1 0 0,0 0-1,16 28 1,-6-20-6485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0:35.32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592 1363 24575,'2'-138'0,"5"0"0,6 1 0,57-250 0,-57 335 0,-3-1 0,-2-1 0,-3 0 0,-2-103 0,-3 151 0,-1-1 0,0 0 0,0 1 0,0-1 0,-1 0 0,0 1 0,-1 0 0,1-1 0,-1 1 0,0 0 0,-1 0 0,0 1 0,0-1 0,0 1 0,-6-6 0,2 3 0,0 1 0,-1 1 0,0 0 0,0 0 0,0 1 0,-1 0 0,0 0 0,-18-5 0,-7 1 0,0 2 0,-1 1 0,0 2 0,-59 0 0,80 4 0,-1 0 0,1 0 0,0 2 0,0 0 0,0 0 0,1 2 0,-22 7 0,28-8 0,0 2 0,1-1 0,-1 1 0,1 0 0,0 0 0,0 1 0,1 0 0,0 1 0,0-1 0,0 1 0,1 0 0,0 0 0,0 1 0,-4 9 0,-8 19 0,2 0 0,2 1 0,1 0 0,2 1 0,1 0 0,-6 71 0,6 243 0,10-305 0,-1 6 0,0-5 0,6 54 0,-4-85 0,1-1 0,1 0 0,0 0 0,1 0 0,1 0 0,0-1 0,10 17 0,7 7 60,44 60 0,-56-86-246,0-1 1,0 0-1,1 0 0,1-2 1,0 1-1,1-2 1,27 16-1,-14-12-6640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0:37.57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755 2841 24575,'33'17'0,"1"-2"0,1-1 0,0-1 0,1-3 0,0 0 0,46 5 0,-62-12 0,0-1 0,0-1 0,1-1 0,-1 0 0,0-2 0,0 0 0,0-1 0,0-2 0,0 0 0,-1 0 0,0-2 0,0-1 0,28-15 0,-20 6 0,0 0 0,-1-2 0,-1-2 0,-1 0 0,-1-1 0,-1-1 0,-1-1 0,-1-1 0,20-34 0,-22 27 0,0 0 0,-3-2 0,-1 0 0,-1-1 0,-2 0 0,-1 0 0,8-68 0,-6-52 0,-11-229 0,-4 237 0,-4 35 0,-41-212 0,9 93 0,23 127 0,-5 2 0,-4 0 0,-5 2 0,-4 1 0,-49-98 0,75 179 0,-1 0 0,-1 0 0,-1 1 0,0 0 0,-27-28 0,30 37 0,-1 0 0,0 1 0,0 0 0,-1 1 0,0 0 0,0 0 0,-1 1 0,1 1 0,-1 0 0,0 0 0,-18-3 0,-19-3 0,-1 1 0,1 3 0,-81 1 0,114 6 0,-1 1 0,1 1 0,0 1 0,1 0 0,-1 1 0,1 0 0,-14 8 0,-96 57 0,74-39 0,-238 153 0,240-149 0,1 2 0,3 2 0,-70 79 0,104-107 0,2 1 0,-1 0 0,1 1 0,1 0 0,1 0 0,0 0 0,0 1 0,1 0 0,-3 18 0,3-2 0,1-1 0,2 1 0,2 47 0,5 183 0,34 491 0,-23-668 0,4-1 0,3-1 0,38 86 0,-35-96 0,104 225 0,-31-80 0,-76-158 0,-11-26 0,1-1 0,1 0 0,1 0 0,21 29 0,-30-54-91,1 1 0,-1-1 0,1 0 0,0-1 0,1 0 0,-1 0 0,1 0 0,0-1 0,0 0 0,1-1 0,-1 1 0,1-2 0,-1 1 0,12 0 0,32 9-6735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0:39.07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1 186 24575,'26'-26'0,"1"1"0,1 1 0,1 2 0,44-26 0,-64 42 0,0 1 0,1 0 0,0 0 0,0 1 0,0 1 0,1 0 0,-1 0 0,1 1 0,-1 0 0,1 1 0,0 0 0,0 1 0,0 0 0,-1 1 0,1 0 0,0 0 0,-1 1 0,1 1 0,14 5 0,-19-5 0,-1-1 0,1 1 0,-1 1 0,0-1 0,0 1 0,0 0 0,0 0 0,-1 0 0,0 1 0,0 0 0,0 0 0,0 0 0,-1 0 0,6 11 0,-6-8 0,0 1 0,0 0 0,0 0 0,-1 0 0,-1 0 0,0 1 0,0-1 0,0 0 0,-2 13 0,0-9 0,0-1 0,-1 1 0,-1-1 0,0 0 0,-1 0 0,0 0 0,0 0 0,-1 0 0,-1-1 0,0 0 0,-1-1 0,0 1 0,0-1 0,-1 0 0,-11 10 0,-65 44 0,53-43 0,2 2 0,-39 37 0,60-52 0,1 0 0,0 1 0,1 0 0,0 0 0,0 0 0,1 1 0,0-1 0,0 1 0,1 1 0,1-1 0,0 0 0,-3 20 0,3 0 37,3 1 0,2 31 1,0-34-531,-1 0 1,-6 47 0,0-48-6334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0:39.64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0 24575,'5'0'0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31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4119 24575,'4'-364'0,"54"-380"0,-19 364 0,-12-427 0,-31-990-1365,4 1770-5461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32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1 773 24575,'2'-9'0,"0"0"0,1 0 0,0 0 0,0 1 0,1-1 0,1 1 0,-1 0 0,1 0 0,0 0 0,1 1 0,7-8 0,-4 3 0,134-190 0,-118 162 0,-2-1 0,-2-1 0,20-55 0,-31 67 0,0-2 0,2 0 0,1 1 0,1 1 0,22-36 0,-36 65 0,1 1 0,-1-1 0,0 1 0,0-1 0,0 1 0,1-1 0,-1 1 0,0-1 0,1 1 0,-1-1 0,0 1 0,1 0 0,-1-1 0,1 1 0,-1 0 0,0-1 0,1 1 0,-1 0 0,1-1 0,-1 1 0,1 0 0,-1 0 0,1 0 0,-1-1 0,1 1 0,0 0 0,-1 0 0,1 0 0,-1 0 0,1 0 0,-1 0 0,1 0 0,-1 0 0,1 0 0,0 0 0,-1 0 0,1 1 0,-1-1 0,1 0 0,-1 0 0,1 0 0,-1 1 0,1-1 0,-1 0 0,0 1 0,1-1 0,-1 0 0,1 1 0,-1-1 0,0 1 0,1-1 0,-1 1 0,0-1 0,1 0 0,-1 1 0,0-1 0,0 1 0,1-1 0,-1 1 0,0 0 0,0-1 0,0 1 0,0-1 0,0 1 0,0-1 0,0 1 0,9 42 0,-1 92 4,-10 142-1,-2-106-1375,4-139-5454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09:54.11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776 1492 24575,'23'23'0,"1"-1"0,1-1 0,1-1 0,0-2 0,2 0 0,0-2 0,1-1 0,0-1 0,1-2 0,1 0 0,0-3 0,0 0 0,1-2 0,45 4 0,-8-5 0,0-2 0,134-12 0,-181 5 0,-1 0 0,0-1 0,0-1 0,0-1 0,0-1 0,-1-1 0,0 0 0,-1-2 0,0 0 0,0-1 0,-1-1 0,-1-1 0,28-25 0,-37 29 0,0-1 0,-1 0 0,0-1 0,-1 0 0,0 0 0,-1 0 0,0 0 0,-1-1 0,0 0 0,-1 0 0,0 0 0,2-22 0,-2-12 0,-2 0 0,-5-52 0,1 21 0,2 42 0,2-24 0,-4-1 0,-1 0 0,-4 1 0,-21-87 0,13 97 0,-1 0 0,-3 0 0,-42-71 0,47 95 0,-2 1 0,0 1 0,-2 0 0,0 1 0,-2 1 0,0 1 0,-44-31 0,30 29 0,-1 1 0,-1 2 0,0 1 0,-2 3 0,0 0 0,-41-8 0,-244-35 0,176 36 0,93 13 0,-10-3 0,-1 3 0,-126-2 0,183 12 0,-1 0 0,0 1 0,1 1 0,-1-1 0,1 2 0,0-1 0,0 1 0,0 0 0,0 1 0,1 0 0,0 1 0,0-1 0,0 1 0,1 1 0,-1 0 0,2 0 0,-11 13 0,-7 13 0,2 0 0,1 2 0,-16 37 0,19-36 0,0-2 0,-87 190 0,95-198 0,2 0 0,1 1 0,1 0 0,1 1 0,1-1 0,0 54 0,5-50 0,1 0 0,2-1 0,1 1 0,1-1 0,1 0 0,14 35 0,-15-52 0,-1-1 0,2 1 0,-1-1 0,2 0 0,0-1 0,0 1 0,1-2 0,0 1 0,1-1 0,0-1 0,1 0 0,0 0 0,0-1 0,1 0 0,0-1 0,15 6 0,41 16-99,167 78-1167,-181-78-5560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09:55.90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550 1442 24575,'0'6'0,"1"-1"0,0 0 0,1 1 0,-1-1 0,1 0 0,0 0 0,0 0 0,1-1 0,0 1 0,-1 0 0,5 4 0,41 44 0,-41-48 0,1 1 0,1-2 0,-1 1 0,1-1 0,-1 0 0,1-1 0,0 0 0,0 0 0,1-1 0,-1 0 0,1-1 0,-1 0 0,0 0 0,1-1 0,0 0 0,-1-1 0,1 0 0,12-4 0,8-1 0,0-2 0,0-1 0,-1-2 0,38-19 0,77-49 0,-130 70 0,0 0 0,-1-2 0,0 0 0,0 0 0,-1-1 0,0-1 0,16-23 0,-24 29 0,0-1 0,-1 0 0,0 0 0,0 0 0,0-1 0,-1 1 0,-1 0 0,1-1 0,-1-13 0,-6-83 0,1 54 0,-3-266 0,5 298 0,0 1 0,-2 0 0,0 0 0,-1 1 0,-1-1 0,0 1 0,-1 0 0,-1 1 0,-11-17 0,-16-21 0,-51-61 0,48 67 0,4 2 0,-3 2 0,-1 2 0,-2 1 0,-70-55 0,94 84 0,0 1 0,0 0 0,-1 2 0,-1 0 0,1 1 0,-1 1 0,-1 0 0,1 1 0,-1 2 0,0 0 0,-1 0 0,1 2 0,-1 0 0,1 2 0,-1 0 0,1 1 0,-22 4 0,5 1 0,0 3 0,-68 23 0,90-26 0,1 1 0,-1 0 0,1 0 0,1 1 0,-1 1 0,1 0 0,1 1 0,0 0 0,0 1 0,-10 14 0,7-5 0,0 1 0,2 1 0,1 0 0,0 0 0,2 1 0,1 0 0,0 1 0,2 0 0,1 0 0,-3 25 0,3 12 0,3-1 0,9 120 0,-4-157 0,1 0 0,1-1 0,1 1 0,1-1 0,1-1 0,21 41 0,82 116 0,-39-69 0,-48-69-341,3-2 0,1-1-1,50 52 1,-44-58-6485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09:58.96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185 1404 24575,'0'10'0,"0"-1"0,1 1 0,0-1 0,1 0 0,0 1 0,1-1 0,0 0 0,0 0 0,1 0 0,0-1 0,0 1 0,1-1 0,0 0 0,1 0 0,-1-1 0,2 0 0,-1 0 0,1 0 0,0-1 0,0 1 0,1-2 0,0 1 0,0-1 0,0-1 0,1 1 0,11 3 0,7 3 0,1-2 0,1-2 0,0 0 0,0-2 0,0-1 0,0-1 0,41-2 0,-11-2 0,-1-3 0,85-17 0,-108 14 0,-1-2 0,0-1 0,0-2 0,-1-2 0,42-23 0,-64 31 0,-1 0 0,-1-1 0,1 0 0,-1-1 0,-1 0 0,1 0 0,-1-1 0,-1 0 0,1 0 0,-2-1 0,1 0 0,-1 0 0,-1 0 0,0-1 0,0 0 0,3-12 0,-4 4 0,-1 0 0,-1 1 0,0-1 0,-1 0 0,-1 0 0,-1 0 0,-1 0 0,0 0 0,-7-24 0,-37-144 0,16 76 0,-18-142 0,42 191 0,-3 0 0,-3 1 0,-23-74 0,29 117 0,-1 1 0,-1 0 0,-1 0 0,0 0 0,-1 1 0,-1 1 0,0-1 0,-1 2 0,0 0 0,-2 0 0,1 1 0,-2 1 0,0 0 0,0 1 0,-17-9 0,13 9 0,-1 1 0,0 1 0,-22-7 0,35 14 0,1 0 0,-1 1 0,0 0 0,0 0 0,0 0 0,0 1 0,0 0 0,0 0 0,0 1 0,1 0 0,-1 0 0,0 1 0,-13 4 0,-31 17 0,0 1 0,2 3 0,-69 49 0,92-57 0,2 1 0,1 0 0,0 2 0,2 1 0,0 1 0,1 0 0,-30 52 0,42-56 0,1 0 0,0 0 0,1 0 0,2 1 0,0 0 0,1 0 0,0 42 0,-1-6 0,-2 7 0,-4-1 0,-1 0 0,-35 102 0,36-134-341,2 0 0,1 0-1,-6 55 1,11-54-6485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0:02.01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164 701 24575,'8'1'0,"0"0"0,0 1 0,0 0 0,0 0 0,8 4 0,19 4 0,50 4 0,0-4 0,1-4 0,107-6 0,-84-1 0,753-1 0,-844 2 0,0 0 0,-1-2 0,1 0 0,-1-1 0,1-1 0,-1 0 0,0-1 0,-1-1 0,23-12 0,-31 14 0,0-1 0,0 0 0,0-1 0,-1 0 0,0 0 0,0-1 0,-1 0 0,0 0 0,0 0 0,0-1 0,-1 0 0,0 0 0,-1 0 0,1-1 0,-2 0 0,1 1 0,-1-1 0,-1 0 0,3-12 0,-4 5 0,0 0 0,-1-1 0,0 1 0,-2 0 0,0 0 0,0 0 0,-2 1 0,0-1 0,0 1 0,-2-1 0,0 1 0,-1 1 0,0-1 0,-1 1 0,0 1 0,-15-18 0,-6-6 0,-1 2 0,-2 1 0,-1 2 0,-54-41 0,76 65 0,-1 1 0,1 0 0,-1 1 0,0 0 0,-1 1 0,1 0 0,-1 1 0,0 1 0,0 0 0,-22-2 0,-11 2 0,-81 4 0,54 2 0,-774 1 0,824-3 0,1 1 0,-1 1 0,1 1 0,0 1 0,0 1 0,-27 11 0,8 0 0,2 1 0,-46 30 0,78-44 0,1 1 0,-1-1 0,1 1 0,0 0 0,1 0 0,0 0 0,-1 1 0,2 0 0,-1 0 0,1 0 0,0 1 0,0 0 0,0-1 0,1 1 0,0 0 0,-3 14 0,3 0 0,0-1 0,2 1 0,0 0 0,5 40 0,-2 11 0,-1-41 0,7 59 0,-6-80 0,0 0 0,1 0 0,0 0 0,1 0 0,0 0 0,0-1 0,1 1 0,0-1 0,11 13 0,3-1-455,0 0 0,27 20 0,-1-4-6371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0:24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0 444 24575,'40'-37'0,"2"1"0,1 3 0,1 1 0,2 2 0,73-34 0,-29 23 0,3 4 0,105-28 0,-132 46 0,1 4 0,1 2 0,0 3 0,1 3 0,88 3 0,-141 5 0,0 1 0,0 0 0,0 1 0,-1 1 0,1 0 0,-1 2 0,0-1 0,0 2 0,-1 0 0,0 1 0,24 17 0,-20-11 0,-2 1 0,0 1 0,-1 0 0,0 1 0,-1 0 0,-1 1 0,20 38 0,-17-24 0,-2 0 0,-1 1 0,-2 1 0,-1 0 0,-2 0 0,-1 1 0,-2 0 0,-1 0 0,-2 0 0,-3 62 0,-3-72 0,-1 0 0,-1 0 0,-1 0 0,-1-1 0,-1 0 0,-1 0 0,-1-1 0,-2-1 0,0 0 0,-25 32 0,-13 9 0,-3-2 0,-62 53 0,17-25 0,-3-6 0,-134 84 0,80-71 0,-171 76 0,282-151 0,0-2 0,-1-2 0,-71 16 0,83-23 0,33-10 0,1 0 0,-1 0 0,1 0 0,-1 0 0,1 1 0,-1-1 0,1 0 0,0 0 0,-1 0 0,1 1 0,-1-1 0,1 0 0,0 0 0,-1 1 0,1-1 0,-1 0 0,1 1 0,0-1 0,0 1 0,-1-1 0,1 0 0,0 1 0,0-1 0,-1 1 0,1-1 0,0 1 0,0-1 0,0 1 0,0-1 0,0 0 0,-1 1 0,1-1 0,0 1 0,0-1 0,0 1 0,0-1 0,1 1 0,-1-1 0,0 1 0,0-1 0,0 1 0,0-1 0,0 1 0,1-1 0,-1 1 0,0-1 0,0 0 0,1 1 0,-1-1 0,0 1 0,1-1 0,-1 0 0,0 1 0,1-1 0,-1 0 0,0 0 0,1 1 0,-1-1 0,1 0 0,-1 0 0,1 1 0,-1-1 0,1 0 0,-1 0 0,0 0 0,1 0 0,0 0 0,11 5 0,0-1 0,0 0 0,0-1 0,1 0 0,-1-1 0,1 0 0,20 0 0,-8 0 0,324 18 0,97 9 0,536 128 0,-884-132-1365,-29-5-5461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38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24575,'69'155'0,"88"112"0,68 134 0,-50-4 0,-128-273 0,40 162 0,-82-264-455,-1 0 0,3 36 0,-7-37-6371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38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 24575,'4'8'0,"1"0"0,1-1 0,0 0 0,0 0 0,11 10 0,5 5 0,120 123 0,241 191 0,190 92 0,-513-385 0,23 20 0,-37-27 0,54 32 0,-98-66 0,0-1 0,0 0 0,0 0 0,1 0 0,-1 0 0,0 0 0,0 0 0,1-1 0,-1 1 0,0-1 0,1 1 0,2-1 0,-4 0 0,-1 0 0,1-1 0,-1 1 0,1 0 0,0 0 0,-1 0 0,1-1 0,-1 1 0,1 0 0,-1-1 0,1 1 0,-1-1 0,1 1 0,-1-1 0,1 1 0,-1 0 0,1-1 0,-1 0 0,0 1 0,1-1 0,-1 1 0,0-1 0,1 1 0,-1-1 0,0 0 0,0 1 0,0-1 0,0 0 0,1-7 0,-1 0 0,0 1 0,-1-1 0,0 1 0,0-1 0,-3-8 0,-80-334 0,-10-46 0,75 292 0,-11-193 0,30 221-1365,2 53-5461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40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1604 24575,'-2'-4'0,"0"0"0,0 0 0,1 0 0,-1-1 0,1 1 0,0 0 0,0-1 0,0 1 0,0-1 0,1 1 0,0 0 0,0-8 0,0-6 0,-16-197 0,-71-603 0,14 365-1365,69 417-5461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41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25 781 24575,'-3'-6'0,"0"1"0,1 0 0,0-1 0,-1 1 0,2-1 0,-1 1 0,1-1 0,0 0 0,0 0 0,0 0 0,1 0 0,0 1 0,1-11 0,-2-3 0,-2-42 0,1 1 0,4-1 0,2 1 0,2-1 0,3 2 0,3-1 0,24-70 0,-32 118 0,2-1 0,-1 1 0,1 0 0,1 1 0,0-1 0,13-14 0,-18 24 0,0 0 0,0 0 0,0 0 0,0 0 0,0 1 0,0-1 0,1 1 0,-1-1 0,0 1 0,1 0 0,-1 0 0,1 0 0,-1 0 0,1 1 0,0-1 0,3 0 0,-4 1 0,1 1 0,0-1 0,-1 1 0,1 0 0,-1 0 0,1 0 0,-1 0 0,1 0 0,-1 0 0,0 1 0,0-1 0,0 1 0,1 0 0,-2-1 0,1 1 0,0 0 0,0 0 0,0 0 0,-1 0 0,2 3 0,124 182 0,-88-132-455,-2 2 0,32 65 0,-52-85-6371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5:52.96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71 1201 24575,'12'11'0,"0"0"0,1-1 0,0-1 0,1-1 0,0 1 0,0-2 0,1 0 0,0-1 0,0-1 0,1 0 0,0-1 0,-1 0 0,1-1 0,0-1 0,20 0 0,-21-2 0,-1-1 0,1 0 0,-1-1 0,1 0 0,-1-2 0,1 1 0,-1-2 0,-1 0 0,1 0 0,-1-1 0,0-1 0,0 0 0,-1-1 0,0-1 0,0 0 0,20-19 0,-4-5 0,-1-1 0,-1-2 0,-2 0 0,39-79 0,53-167 0,-99 233 0,-2-1 0,-2-1 0,7-59 0,-16 79 0,-1 0 0,-2-1 0,-1 1 0,-2 0 0,-1 0 0,-11-48 0,12 72 0,0 0 0,0 0 0,-1 0 0,0 1 0,-1-1 0,0 1 0,0 0 0,0 0 0,0 0 0,-1 0 0,0 1 0,0 0 0,-1 0 0,0 0 0,1 0 0,-2 1 0,1 0 0,0 1 0,-1-1 0,1 1 0,-1 0 0,0 1 0,0 0 0,-8-2 0,-16-2 0,-1 2 0,1 1 0,-1 1 0,-41 4 0,42-2 0,10 0 0,0 2 0,0 0 0,1 0 0,-1 2 0,-26 9 0,35-9 0,0 1 0,0 1 0,0 0 0,0 1 0,1 0 0,0 1 0,0 0 0,1 1 0,-12 13 0,-1 5 0,1 0 0,2 2 0,1 1 0,1 0 0,1 1 0,2 1 0,2 0 0,-16 53 0,6 3 0,4 0 0,-8 100 0,18-119 0,-9 123 0,19-165-1365,3-5-5461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5:54.43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443 1481 24575,'33'1'0,"-6"0"0,0-2 0,-1 0 0,45-9 0,-62 8 0,-1 0 0,0-1 0,0 0 0,0 0 0,-1-1 0,1 0 0,-1 0 0,0-1 0,0 0 0,-1 0 0,1-1 0,-1 0 0,0 0 0,0 0 0,9-15 0,-2-1 0,-1-1 0,-1 0 0,-1-1 0,13-48 0,16-107 0,-35 158 0,13-97 0,-4-1 0,-6-1 0,-5 0 0,-14-128 0,10 219 0,-2 0 0,0 0 0,-17-56 0,19 78 0,0 0 0,-1 1 0,0-1 0,0 1 0,-1-1 0,0 1 0,0 0 0,0 1 0,-1-1 0,0 1 0,0 0 0,0 0 0,0 0 0,-1 1 0,0-1 0,0 1 0,0 1 0,-1-1 0,1 1 0,-1 0 0,-12-3 0,-12 2 0,1 1 0,-1 1 0,1 2 0,-1 1 0,-33 5 0,45-4 0,7-1 0,0 1 0,0 1 0,1-1 0,-1 2 0,1 0 0,0 0 0,0 1 0,0 0 0,0 1 0,-16 12 0,13-7 0,0 1 0,1 1 0,1 0 0,0 0 0,1 1 0,-14 23 0,1 7 0,1 1 0,3 2 0,1 0 0,-13 55 0,6-1 0,-25 200 0,11-37 0,15-114 0,24-142-54,0 1-1,1 0 0,0 0 1,0-1-1,1 1 1,1 0-1,-1-1 0,1 1 1,1-1-1,-1 0 1,2 1-1,-1-1 0,1-1 1,0 1-1,1 0 0,-1-1 1,2 0-1,-1 0 1,1-1-1,0 1 0,0-1 1,1 0-1,-1-1 1,9 5-1,5 6-6771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6:43.23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505 954 24575,'7'-7'0,"-1"0"0,-1-1 0,1 0 0,-1 0 0,0 0 0,-1-1 0,0 1 0,0-1 0,-1 0 0,4-16 0,0-12 0,4-52 0,-6 41 0,29-123 0,-23 129 0,-1-1 0,-3-1 0,-1 0 0,-1-85 0,-6 121 0,1-1 0,-1 1 0,-1 0 0,0-1 0,0 1 0,-1 0 0,0 0 0,0 1 0,-1-1 0,0 1 0,0 0 0,0-1 0,-1 2 0,0-1 0,-1 1 0,0-1 0,0 2 0,0-1 0,0 1 0,-14-9 0,7 7 0,-1 1 0,1 0 0,-1 1 0,0 1 0,0 0 0,0 1 0,0 0 0,0 1 0,-1 1 0,1 0 0,-20 2 0,12 0 0,1 1 0,-1 0 0,1 1 0,0 2 0,-32 10 0,44-11 0,0 0 0,1 0 0,-1 1 0,1 0 0,0 1 0,0-1 0,1 2 0,-1-1 0,2 1 0,-1 0 0,1 0 0,0 1 0,0 0 0,-8 15 0,-3 15 0,1 1 0,1 1 0,3 0 0,1 0 0,2 1 0,2 1 0,1-1 0,3 1 0,1 0 0,2 0 0,6 47 0,-5-80 7,0 0 0,0 0 0,1 0 0,0 0 0,1 0 1,0-1-1,0 1 0,1-1 0,0 0 0,0 0 0,1 0 0,0 0 0,0-1 0,1 0 0,0 0 0,14 12 0,-10-12-131,1 1 0,0-2 1,0 0-1,1 0 0,0-1 0,0 0 1,0-1-1,1-1 0,-1 0 0,1 0 1,16 0-1,3 0-6702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7:14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24575,'71'-11'0,"0"4"0,110 3 0,-94 3 0,-47 0 0,411 5 0,-371 1 0,0 4 0,0 3 0,122 35 0,-188-43 0,0 1 0,0 1 0,0 0 0,0 1 0,-1 0 0,0 1 0,-1 1 0,0 0 0,0 0 0,12 14 0,-19-17 0,0 0 0,0 1 0,0 0 0,-1 0 0,0 0 0,-1 0 0,0 0 0,0 1 0,0 0 0,-1 0 0,0-1 0,0 1 0,-1 0 0,0 1 0,-1-1 0,0 0 0,0 0 0,-1 0 0,0 0 0,-3 13 0,2-10 0,-1 0 0,-1-1 0,0 1 0,0 0 0,-1-1 0,0 0 0,-1 0 0,0-1 0,-1 0 0,0 0 0,-1 0 0,1-1 0,-1 0 0,-1 0 0,0-1 0,0 0 0,0-1 0,-1 0 0,0 0 0,0-1 0,0 0 0,-13 3 0,-21 6 0,-1-3 0,0-2 0,0-1 0,-57 1 0,1 1 0,86-8 0,0 1 0,0 0 0,0 1 0,0 1 0,1 0 0,0 1 0,0 0 0,-26 17 0,35-19 0,-1 0 0,1 1 0,0-1 0,0 1 0,0 0 0,1 1 0,0-1 0,0 1 0,0 0 0,1 0 0,0 0 0,0 0 0,0 0 0,1 1 0,0-1 0,0 1 0,1 0 0,0 0 0,0-1 0,0 1 0,1 0 0,1 13 0,2-1 0,0 0 0,2 1 0,0-1 0,1-1 0,1 1 0,0-1 0,18 29 0,85 118 0,-23-60 0,164 156 0,53 62 0,-297-314 0,0 0 0,0 1 0,-1-1 0,0 1 0,-1 1 0,0-1 0,-1 1 0,0-1 0,5 21 0,-9-26 0,1 0 0,-1 0 0,0 0 0,0 0 0,-1 1 0,0-1 0,0 0 0,0 0 0,0 0 0,-1-1 0,0 1 0,0 0 0,0 0 0,-1-1 0,1 0 0,-1 1 0,0-1 0,0 0 0,-1 0 0,1 0 0,-1-1 0,0 1 0,-7 4 0,-11 7 0,-1 0 0,-1-2 0,0-1 0,-1-1 0,-1-1 0,1-1 0,-1-1 0,-1-1 0,1-1 0,-29 1 0,-44 2 0,-134-5 0,191-6-151,1-2-1,0-1 0,0-3 0,0-1 1,1-2-1,1-2 0,0-1 1,-52-28-1,40 15-6674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46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24575,'6'16'0,"-1"1"0,-1 0 0,0 1 0,-1-1 0,-1 1 0,0 0 0,-2-1 0,-2 27 0,2 6 0,2 722 0,-4-386 0,4-348 0,2 0 0,17 73 0,-4-24 0,-9-21 0,-4-1 0,-7 108 0,0-45 0,3-36-1365,0-67-5461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47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24575,'2'15'0,"0"0"0,1 1 0,1-1 0,0-1 0,1 1 0,8 15 0,8 29 0,8 63 0,22 219 0,-36-217 0,-12-100 0,0-1 0,2 1 0,1-1 0,0 0 0,2 0 0,18 37 0,-25-58 0,0 0 0,0 0 0,0 0 0,0 0 0,1 0 0,-1 0 0,1-1 0,0 1 0,-1 0 0,1-1 0,0 1 0,0-1 0,0 0 0,0 0 0,0 0 0,0 0 0,0 0 0,0 0 0,0 0 0,0-1 0,5 1 0,-4-1 0,0 0 0,0-1 0,1 1 0,-1-1 0,0 0 0,0 0 0,0 0 0,0 0 0,-1-1 0,1 1 0,0-1 0,-1 0 0,6-3 0,4-7 0,-1 1 0,0-1 0,0-1 0,16-27 0,-11 13 4,-1-2-1,-1 0 1,-1 0 0,10-37-1,24-126-55,-14 49-1279,-25 114-5495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6:48.59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791 1595 24575,'10'-18'0,"-1"-1"0,-1 0 0,0-1 0,-1 1 0,3-22 0,-3 17 0,19-73 0,-4-2 0,16-171 0,-34 202 0,-3-1 0,-3 0 0,-3 1 0,-26-130 0,21 152 0,-2 0 0,-3 1 0,-1 1 0,-40-78 0,48 107 0,-1 1 0,-1 0 0,0 1 0,0 0 0,-2 1 0,0 0 0,0 1 0,-1 0 0,0 1 0,-1 0 0,0 1 0,0 0 0,-1 2 0,0-1 0,-1 2 0,0 0 0,-17-4 0,20 8 0,1 1 0,0 0 0,-1 1 0,1 0 0,-1 1 0,1 1 0,0 0 0,-22 6 0,14-3 0,0 2 0,0 1 0,1 0 0,-26 15 0,32-13 0,0 0 0,1 1 0,0 0 0,0 1 0,1 0 0,1 1 0,0 0 0,1 1 0,1 0 0,0 0 0,0 1 0,-8 26 0,-2 12 0,2 1 0,-12 76 0,-42 315 0,64-411 0,1-1 0,2 1 0,1 0 0,3 45 0,1-56 0,2 0 0,0-1 0,1 0 0,2 0 0,0 0 0,1-1 0,16 29 0,144 234 0,-156-265 0,0-2 0,1 1 0,0-2 0,28 27 0,-34-37 0,0-1 0,0 0 0,0 0 0,0-1 0,1 0 0,0 0 0,0 0 0,0-1 0,0-1 0,1 1 0,-1-1 0,1-1 0,-1 0 0,16 1 0,-7-2-114,0-1 1,0 0-1,-1-1 0,1-1 0,0-1 1,-1 0-1,1-2 0,-1 1 0,-1-2 1,1 0-1,16-11 0,-1-1-6712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6:50.47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601 1554 24575,'29'-29'0,"-2"-1"0,-1-1 0,-2-1 0,-1-1 0,-1-1 0,-2-1 0,-1-1 0,20-57 0,-21 41 0,-4-2 0,-1 0 0,-3-1 0,-2 0 0,1-92 0,-11-445 0,2 580 0,-1-1 0,0 1 0,-1 0 0,0 0 0,-1 0 0,-1 0 0,1 0 0,-7-13 0,7 21 0,0-1 0,0 0 0,0 1 0,-1 0 0,1 0 0,-1 0 0,0 0 0,0 0 0,0 1 0,-1 0 0,1 0 0,-1 0 0,0 0 0,0 1 0,0 0 0,0 0 0,0 0 0,0 1 0,-1-1 0,-8 0 0,-16-1 0,0 2 0,1 1 0,-36 5 0,-10 0 0,63-4 0,0 0 0,1 1 0,-1 1 0,0 0 0,1 0 0,0 1 0,0 1 0,0 0 0,0 0 0,1 1 0,0 1 0,0 0 0,-17 14 0,-5 11 0,0 0 0,-36 51 0,23-28 0,15-19 0,1 1 0,2 1 0,-22 41 0,38-58 0,2 0 0,0 0 0,1 1 0,1 0 0,2 0 0,0 1 0,1-1 0,-1 27 0,6 212 0,2-105 0,-1-130 0,1 1 0,1-1 0,2 0 0,0 0 0,2-1 0,1 1 0,1-2 0,1 1 0,15 24 0,-14-29 0,0 0 0,2-1 0,0 0 0,1-1 0,1-1 0,0-1 0,22 17 0,-27-23 0,1-2 0,1 0 0,-1 0 0,1-1 0,1-1 0,-1 0 0,1-1 0,0 0 0,0-2 0,0 1 0,1-1 0,18 0 0,-3-2-1365,-5-2-5461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7:16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0 154 24575,'24'-14'0,"-1"0"0,2 2 0,0 1 0,38-11 0,109-20 0,-84 27 0,129-7 0,-166 20 0,0 3 0,-1 1 0,1 3 0,52 12 0,-90-14 0,0 0 0,1 1 0,-1 1 0,-1 0 0,1 1 0,-1 0 0,15 10 0,-22-13 0,-1 1 0,0-1 0,0 1 0,-1 0 0,1 0 0,-1 0 0,1 1 0,-1-1 0,-1 1 0,1 0 0,-1 0 0,0 0 0,0 0 0,0 0 0,-1 0 0,1 0 0,-1 1 0,0-1 0,-1 0 0,0 1 0,0 7 0,0-6 0,-1 0 0,0 0 0,0 0 0,-1 0 0,1 0 0,-2 0 0,1-1 0,-1 1 0,0-1 0,0 1 0,-1-1 0,0 0 0,0 0 0,0-1 0,-1 1 0,1-1 0,-2 0 0,1 0 0,0-1 0,-1 1 0,-8 4 0,-11 4 0,0 0 0,-1-2 0,-1-1 0,-31 8 0,-9 4 0,62-20 0,0-1 0,1 1 0,-1 0 0,1 1 0,0-1 0,-1 1 0,1 0 0,0 0 0,1 0 0,-1 0 0,0 1 0,1-1 0,0 1 0,0 0 0,0 0 0,0 1 0,1-1 0,0 0 0,0 1 0,0-1 0,-2 8 0,3-5 0,0 0 0,0 0 0,1 0 0,0 1 0,1-1 0,-1 0 0,1 0 0,1 0 0,-1 0 0,1-1 0,0 1 0,1 0 0,0-1 0,5 10 0,57 98 0,43 83 0,-97-172 0,-1 0 0,-1 1 0,-1 0 0,-1 1 0,-2-1 0,3 31 0,-7-51 0,-1 0 0,0 1 0,0-1 0,-1 0 0,0 1 0,0-1 0,0 0 0,-1 0 0,1 0 0,-2 0 0,1 0 0,-1 0 0,0-1 0,0 1 0,0-1 0,-1 0 0,-5 7 0,2-5 0,-1 0 0,0-1 0,0 0 0,0 0 0,-1-1 0,0 0 0,0 0 0,0-1 0,-18 5 0,-12 1 0,1-3 0,-1-1 0,0-2 0,-53 0 0,-286-7-1365,350 3-5461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50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2741 24575,'2'-37'0,"12"-69"0,0 10 0,14-314 0,26-219 0,59-512 0,-107 1089-91,3 0 0,23-80 0,-18 79-1001,-6 20-5734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51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1 717 24575,'52'-185'0,"9"-25"0,-48 173 0,1 1 0,2 0 0,1 1 0,2 1 0,1 1 0,46-56 0,-65 87 0,1 0 0,0 0 0,-1 0 0,1 1 0,0-1 0,0 1 0,0-1 0,1 1 0,-1 0 0,0 0 0,0 0 0,1 0 0,2-1 0,-4 2 0,1 0 0,-1 0 0,0 0 0,0 0 0,0 0 0,0 0 0,0 1 0,0-1 0,0 0 0,0 1 0,0-1 0,0 1 0,0-1 0,0 1 0,0-1 0,-1 1 0,1 0 0,0-1 0,0 1 0,0 0 0,-1-1 0,2 2 0,2 6 0,0-1 0,0 1 0,-1 0 0,0 0 0,0 0 0,2 15 0,20 100 0,-6 1 0,-6 1 0,-3 146 0,-9-230-119,-1 15-504,13 97 0,-9-126-6203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6:56.19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396 903 24575,'38'-30'0,"11"-13"0,-31 20 0,0-2 0,-2 0 0,-1-1 0,-1-1 0,-1 0 0,-1-1 0,14-50 0,-16 38 0,-1-1 0,-2 0 0,-2-1 0,-2 1 0,-1-48 0,-3 76 0,-1 0 0,0 0 0,-1 0 0,0 1 0,-1-1 0,0 1 0,-1 0 0,-1 0 0,0 0 0,0 1 0,-1 0 0,-1 0 0,1 1 0,-11-11 0,10 13 0,0 0 0,-1 0 0,1 1 0,-2 0 0,1 1 0,-1 0 0,0 0 0,0 1 0,0 0 0,-1 1 0,0 0 0,0 1 0,0 0 0,0 0 0,0 1 0,-15 0 0,8 1 0,1 2 0,0 0 0,0 0 0,0 2 0,-26 6 0,34-6 0,1 1 0,-1-1 0,1 1 0,0 1 0,0-1 0,1 2 0,-1-1 0,1 1 0,0 0 0,1 0 0,-1 1 0,-6 8 0,2 1 0,0 1 0,1-1 0,1 2 0,0-1 0,-9 31 0,-21 96 0,11-30 0,23-97 9,2-1-1,0 1 1,1 0-1,0 0 1,1 1 0,1-1-1,1 0 1,1 0-1,0 0 1,1 0-1,1 0 1,0-1-1,8 19 1,-7-24-83,-1 0-1,2-1 1,-1 1 0,2-1 0,-1-1-1,1 1 1,0-1 0,1 0 0,0-1-1,1 0 1,0 0 0,0-1 0,0 0-1,1 0 1,0-1 0,1-1 0,-1 1-1,1-2 1,19 7 0,6-4-6752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7:19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0 104 24575,'15'-1'0,"0"-1"0,0-1 0,0 0 0,0 0 0,18-8 0,18-5 0,37-3 0,1 4 0,104-5 0,182 11 0,-295 9 0,-8-1 0,123 2 0,-164 1 0,-1 1 0,1 1 0,-1 2 0,32 11 0,-54-15 0,0 1 0,-1 0 0,1 0 0,-1 1 0,0 0 0,0 0 0,0 0 0,-1 1 0,0 0 0,0 1 0,0-1 0,0 1 0,-1 0 0,0 1 0,0-1 0,0 1 0,-1 0 0,0 0 0,-1 0 0,0 1 0,0-1 0,0 1 0,-1 0 0,0 0 0,0 0 0,-1 0 0,0 0 0,-1 0 0,0 0 0,0 0 0,0 0 0,-1 1 0,-1-1 0,1 0 0,-1-1 0,-1 1 0,1 0 0,-1-1 0,0 1 0,-1-1 0,0 0 0,0 0 0,-8 9 0,-3 1 0,0-1 0,-1 0 0,-1-2 0,0 0 0,-1 0 0,0-2 0,-40 20 0,-152 55 0,189-79 0,-151 47 0,-45 18 0,209-70 0,0 1 0,0 0 0,0 0 0,1 1 0,-1 0 0,-7 6 0,13-9 0,1 0 0,-1 0 0,0 0 0,1 0 0,-1 0 0,1 0 0,-1 0 0,1 0 0,0 1 0,0-1 0,0 0 0,0 1 0,0-1 0,1 1 0,-1-1 0,1 1 0,0-1 0,0 1 0,0 0 0,0-1 0,0 1 0,0-1 0,0 1 0,1-1 0,0 4 0,2 1 0,1 1 0,-1-1 0,1 1 0,1-1 0,-1 0 0,1-1 0,0 1 0,1-1 0,0 0 0,10 9 0,10 6 0,37 22 0,-51-35 0,237 143 0,138 96 0,-371-235 0,-1 0 0,-1 1 0,0 1 0,0 0 0,-2 0 0,0 2 0,0 0 0,-2 0 0,10 19 0,-17-28 0,1 1 0,-2 0 0,1 0 0,-1 0 0,0 0 0,-1 0 0,0 0 0,0 1 0,-1-1 0,0 0 0,0 1 0,-1-1 0,0 0 0,-1 0 0,1 1 0,-2-1 0,1 0 0,-1-1 0,0 1 0,-1 0 0,0-1 0,0 0 0,-7 10 0,-1-3 0,-1 0 0,-1 0 0,1-1 0,-2-1 0,0-1 0,0 0 0,-1 0 0,-28 12 0,-6 1 0,-88 27 0,43-24-227,-2-4-1,0-5 1,-1-4-1,-1-4 1,-170-5-1,243-6-6598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57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1 261 24575,'1924'0'0,"-1711"-3"0,0-9 0,220-42 0,165-56 0,-280 68 134,-74 12-1633,-189 21-5327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57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24575,'880'18'0,"-651"-2"0,408 83 0,-634-98 0,8 1 0,0 1 0,0 0 0,-1 0 0,1 1 0,11 7 0,-20-10 0,-1-1 0,1 2 0,0-1 0,-1 0 0,0 0 0,1 0 0,-1 1 0,0-1 0,1 0 0,-1 1 0,0-1 0,0 1 0,0 0 0,0-1 0,-1 1 0,1 0 0,0-1 0,-1 1 0,1 0 0,-1 0 0,0 0 0,1 0 0,-1-1 0,0 1 0,0 0 0,0 0 0,0 0 0,-1 0 0,1 0 0,0-1 0,-1 1 0,1 0 0,-1 0 0,0-1 0,0 1 0,0 0 0,-1 2 0,-5 7 0,0-1 0,-1 0 0,0-1 0,0 0 0,-1 0 0,0-1 0,0 0 0,-1-1 0,-15 9 0,-105 54 0,112-62 0,-159 72-455,-4-9 0,-222 58 0,368-119-6371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9:03.66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280 629 24575,'1'2'0,"1"0"0,0-1 0,-1 1 0,1-1 0,0 0 0,0 1 0,-1-1 0,1 0 0,0 0 0,0 0 0,1 0 0,-1 0 0,0-1 0,0 1 0,0-1 0,0 1 0,1-1 0,-1 0 0,0 0 0,0 0 0,1 0 0,-1 0 0,0-1 0,0 1 0,0 0 0,1-1 0,-1 0 0,0 1 0,0-1 0,0 0 0,0 0 0,0-1 0,0 1 0,0 0 0,-1 0 0,1-1 0,1-1 0,2-2 0,0 0 0,-1 0 0,0 0 0,0-1 0,0 0 0,-1 1 0,0-1 0,0 0 0,0-1 0,-1 1 0,3-9 0,2-32 0,-3 0 0,-1 0 0,-2-1 0,-8-66 0,5 100 0,-1 1 0,0-1 0,-1 1 0,0 0 0,-1 0 0,0 1 0,-1-1 0,-1 1 0,0 1 0,-1-1 0,0 1 0,0 0 0,-1 1 0,0 0 0,-1 1 0,-1 0 0,1 0 0,-1 1 0,-1 0 0,1 1 0,-15-7 0,22 13 0,-1 0 0,1 0 0,-1 0 0,1 0 0,-1 0 0,0 1 0,1 0 0,-1 0 0,0 0 0,1 1 0,-1 0 0,1 0 0,-1 0 0,1 0 0,-1 1 0,1-1 0,0 1 0,0 0 0,0 0 0,0 1 0,0-1 0,0 1 0,0 0 0,1 0 0,0 0 0,-1 1 0,1-1 0,-5 8 0,1-2 0,0 1 0,1 0 0,0 0 0,0 0 0,1 1 0,1 0 0,-1 0 0,2 0 0,0 0 0,-3 17 0,0 109 0,5-89 0,-1-1 0,-11 61 0,6-79 0,2-9 0,1 1 0,0 0 0,2 0 0,0 0 0,2 30 0,0-47 0,0 0 0,1 0 0,0 0 0,0-1 0,0 1 0,0 0 0,0-1 0,1 1 0,-1-1 0,1 0 0,0 1 0,0-1 0,1 0 0,-1 0 0,0 0 0,1-1 0,0 1 0,0 0 0,0-1 0,0 0 0,0 0 0,0 0 0,1 0 0,-1 0 0,0-1 0,1 1 0,0-1 0,-1 0 0,1 0 0,0 0 0,-1-1 0,1 1 0,0-1 0,0 0 0,0 0 0,5-1 0,23-2-1365,-3-3-5461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9:13.57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239 903 24575,'8'-5'0,"-1"1"0,-1-1 0,1-1 0,0 1 0,-1-1 0,0 0 0,-1-1 0,1 1 0,-1-1 0,-1 0 0,1-1 0,-1 1 0,0-1 0,-1 0 0,0 1 0,0-2 0,-1 1 0,0 0 0,1-9 0,3-20 0,-2 0 0,-2-1 0,-2-38 0,-1 33 0,2-46 0,-7-223 0,6 306 0,-1 1 0,0-1 0,0 0 0,0 1 0,-1-1 0,0 1 0,0-1 0,0 1 0,-1 0 0,0 0 0,0 0 0,0 0 0,-1 1 0,1-1 0,-1 1 0,0 0 0,0 0 0,-1 0 0,1 1 0,-1-1 0,0 1 0,0 0 0,0 0 0,0 1 0,0 0 0,-1 0 0,1 0 0,-1 0 0,1 1 0,-12-1 0,10 1 0,-1 0 0,1 1 0,0 0 0,-1 0 0,1 1 0,-1 0 0,1 0 0,0 1 0,0 0 0,0 0 0,0 1 0,0 0 0,0 0 0,0 0 0,1 1 0,0 0 0,0 0 0,0 1 0,0 0 0,1 0 0,0 0 0,0 1 0,-6 8 0,2 0 0,2 1 0,0 0 0,1 1 0,0 0 0,1 0 0,1 0 0,1 0 0,0 1 0,0 17 0,0 27 0,7 70 0,-1-43 0,-4-3 0,-1-52 0,1 0 0,2-1 0,1 1 0,11 52 0,-12-81-59,0 0 0,1 0-1,-1 0 1,1 0-1,0 0 1,0 0 0,0-1-1,0 1 1,0-1 0,1 0-1,0 1 1,0-1 0,0 0-1,0-1 1,0 1-1,0 0 1,1-1 0,-1 0-1,1 0 1,0 0 0,0 0-1,4 1 1,12 2-6767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9:17.47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281 717 24575,'31'12'0,"-16"-4"0,-1-3 0,0 0 0,1 0 0,-1-2 0,1 1 0,0-2 0,-1 0 0,1-1 0,0-1 0,0 0 0,0-1 0,21-3 0,-27 1 0,1 1 0,-1-2 0,-1 1 0,1-1 0,0 0 0,-1-1 0,0 0 0,0 0 0,0-1 0,-1 0 0,1 0 0,-2-1 0,1 0 0,-1 0 0,0-1 0,0 1 0,-1-1 0,8-15 0,-4 2 0,0 1 0,-2-1 0,0-1 0,-2 1 0,0-1 0,3-36 0,-5 14 0,-3 1 0,-5-64 0,3 97 0,0 1 0,0-1 0,-1 1 0,0-1 0,0 1 0,-1 0 0,-1 0 0,0 0 0,0 1 0,0-1 0,-1 1 0,0 1 0,-1-1 0,0 1 0,0 0 0,-9-7 0,6 7 0,0-1 0,-1 2 0,1-1 0,-1 1 0,-1 1 0,1 0 0,-1 1 0,0 0 0,0 1 0,0 0 0,0 1 0,-17-2 0,7 2 0,0-1 0,1-1 0,-25-8 0,28 6 0,-1 1 0,0 1 0,0 1 0,-24-1 0,36 4 0,1 0 0,-1 1 0,1 0 0,-1 0 0,1 1 0,0 0 0,0 0 0,0 0 0,0 1 0,0-1 0,0 1 0,0 1 0,1-1 0,0 1 0,0 0 0,-9 9 0,0 4 0,0 0 0,1 1 0,1 1 0,0 0 0,2 1 0,0 0 0,1 0 0,2 1 0,0 0 0,1 1 0,0-1 0,2 1 0,1 0 0,1 0 0,1 0 0,0 1 0,4 27 0,-1-40 6,0 0 0,0 0-1,1 0 1,0 0 0,1-1-1,0 0 1,1 0 0,0 0 0,0 0-1,0 0 1,1-1 0,1 0-1,-1-1 1,1 1 0,1-1-1,-1-1 1,1 1 0,1-1 0,-1-1-1,10 6 1,4 0-192,0-1 1,1-1-1,0 0 0,0-2 1,1-1-1,0-1 1,29 3-1,-17-5-6640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9:19.18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234 823 24575,'6'-5'0,"0"1"0,1 1 0,0-1 0,0 1 0,0 0 0,0 1 0,0 0 0,0 0 0,11-1 0,14-5 0,-2 0 0,-1-2 0,1-1 0,51-28 0,-73 35 0,0-2 0,0 1 0,-1-1 0,0 0 0,0-1 0,0 1 0,-1-2 0,0 1 0,0 0 0,-1-1 0,0 0 0,0-1 0,-1 1 0,0-1 0,0 0 0,-1 0 0,3-14 0,-2-11 0,-1-1 0,-1 1 0,-2-1 0,-6-43 0,1-17 0,5 81 0,-1 0 0,0 0 0,-1 0 0,0 0 0,-1 1 0,-10-26 0,10 31 0,-1 1 0,0 1 0,0-1 0,0 0 0,-1 1 0,0 0 0,0 0 0,-1 1 0,0-1 0,0 1 0,0 0 0,-1 1 0,-12-8 0,4 4 0,0 1 0,0 0 0,-1 1 0,0 1 0,0 0 0,-18-2 0,26 6 0,0 0 0,0 0 0,0 1 0,0 1 0,0-1 0,0 1 0,0 1 0,0-1 0,0 1 0,0 1 0,1-1 0,-1 1 0,1 1 0,-12 7 0,2-1 0,0 0 0,2 2 0,-1 0 0,1 1 0,1 0 0,0 1 0,1 0 0,1 2 0,0-1 0,1 1 0,1 1 0,0 0 0,2 1 0,-14 36 0,8-9 0,3 1 0,2 1 0,1 0 0,3 0 0,1 0 0,6 92 0,-1-132 8,0-1 0,-1 0 0,2 0 0,-1 1 0,1-1 0,0 0 0,0 0 0,1 0 0,-1-1 0,1 1 0,1-1 0,-1 1 0,1-1 0,6 7 0,-4-7-143,1 1 0,0-1 0,0 0 0,0-1 0,0 1 0,1-2 0,-1 1 0,1-1 0,0 0 0,10 2 0,14 3-6691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9:26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940 1 24575,'-1'8'0,"0"1"0,0 0 0,-1-1 0,0 1 0,-6 13 0,-3 11 0,1 5 0,-59 219 0,-40 293 0,-10 508 0,84-741 0,-15-2 0,-96 328 0,55-350 0,74-235 0,3 1 0,2 0 0,-6 96 0,-5 25 0,5-74 0,-27 133 0,37-199 0,3 1 0,1-1 0,2 83 0,3-74 0,-2 1 0,-9 52 0,1-22 0,-1 103 0,9-110 0,-3 1 0,-15 72 0,2-45 1,10-52-684,-25 88 0,23-109-6143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9:28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361 0 24575,'7'19'0,"-2"0"0,0 0 0,-1 0 0,-2 0 0,0 1 0,0 0 0,-4 37 0,2-9 0,2 790 0,-3-443 0,-12 92 0,1-76 0,-14 244 0,-1 37 0,24-581 0,-4 0 0,-30 153 0,-15 29 0,-49 218 0,90-456 0,1 0 0,4 0 0,1 1 0,5 86 0,-3-25 0,-26 157 0,20-199 0,5-49-455,-1 1 0,-9 29 0,1-20-6371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9:32.37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389 742 24575,'-1'3'0,"1"-1"0,0 1 0,1 0 0,-1-1 0,0 1 0,1-1 0,-1 1 0,1-1 0,0 1 0,0-1 0,0 1 0,0-1 0,1 0 0,-1 1 0,0-1 0,1 0 0,0 0 0,-1 0 0,1 0 0,4 3 0,-3-3 0,1 0 0,0-1 0,-1 1 0,1-1 0,0 1 0,0-1 0,0 0 0,0-1 0,0 1 0,0-1 0,0 0 0,6 0 0,2-1 0,0 0 0,0-1 0,0-1 0,0 0 0,0-1 0,0 0 0,-1 0 0,12-7 0,-14 5 0,-1 0 0,0-1 0,0 1 0,0-2 0,-1 1 0,0-1 0,0 0 0,-1 0 0,0-1 0,-1 0 0,0 0 0,0 0 0,-1-1 0,0 1 0,-1-1 0,0 0 0,0 0 0,1-14 0,2-19 0,-3 0 0,-1 0 0,-4-48 0,1 65 0,0 4 0,0 0 0,-2 0 0,0 0 0,-2 1 0,-9-32 0,10 44 0,0-1 0,-1 1 0,0 0 0,0 0 0,-1 0 0,0 0 0,0 1 0,-1 0 0,0 1 0,-1 0 0,0 0 0,0 0 0,-15-9 0,6 6 0,0 1 0,-1 0 0,0 1 0,-1 1 0,0 0 0,0 2 0,0 0 0,-35-4 0,45 9 0,0-1 0,-1 1 0,1 1 0,0-1 0,0 2 0,0-1 0,0 1 0,0 1 0,0-1 0,1 2 0,-1-1 0,1 1 0,0 0 0,0 1 0,0 0 0,1 0 0,-1 1 0,1 0 0,0 0 0,1 0 0,-6 8 0,-12 18 0,3 0 0,0 2 0,2 0 0,1 2 0,2 0 0,2 0 0,1 1 0,2 1 0,2 0 0,1 1 0,2-1 0,1 2 0,2-1 0,3 40 0,1-35 0,1 1 0,12 64 0,-11-94 0,1 0 0,1 0 0,0-1 0,0 0 0,2 1 0,0-2 0,0 1 0,1-1 0,1 0 0,17 20 0,-21-29 9,0 1 1,0-1-1,0-1 0,0 1 0,1-1 1,-1 0-1,1 0 0,0-1 0,0 1 0,0-1 1,0 0-1,11 1 0,3-1-504,0 0 0,34-2 0,-20-1-6331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9:33.38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221 100 24575,'-1'-1'0,"0"0"0,0 0 0,0 0 0,0 0 0,0 0 0,1 0 0,-1 0 0,0 0 0,0 0 0,1-1 0,-1 1 0,1 0 0,-1-1 0,1 1 0,0 0 0,-1-1 0,1 1 0,0 0 0,0-1 0,0 1 0,0 0 0,0-1 0,0 1 0,0 0 0,1-1 0,-1 1 0,0-1 0,1 0 0,1-2 0,0 1 0,0 1 0,0-1 0,0 0 0,1 0 0,-1 1 0,1 0 0,-1-1 0,1 1 0,0 0 0,3-2 0,1 0 0,0 0 0,1 0 0,-1 1 0,1 0 0,-1 0 0,1 1 0,0 0 0,0 0 0,11 0 0,-16 2 0,-1 1 0,0-1 0,1 1 0,-1 0 0,0 0 0,1 0 0,-1 0 0,0 0 0,0 1 0,0-1 0,0 0 0,0 1 0,0 0 0,-1-1 0,1 1 0,0 0 0,-1 0 0,0 0 0,1 0 0,-1 0 0,0 0 0,0 1 0,0-1 0,0 0 0,0 1 0,-1-1 0,1 0 0,-1 1 0,1 3 0,1 10 0,0 0 0,-1 0 0,-2 23 0,0-22 0,1 1 0,-1 0 0,0 1 0,-1-1 0,-2 0 0,-8 32 0,8-42 0,1 0 0,-2 0 0,1 0 0,-1 0 0,0-1 0,0 0 0,-1 0 0,0 0 0,0-1 0,-1 0 0,0 0 0,0-1 0,0 1 0,-9 3 0,-2 1 0,-1-2 0,-1 0 0,1-1 0,-32 7 0,25-7 0,-49 19 0,73-25 0,-1 0 0,1 0 0,0 0 0,-1 0 0,1 1 0,0-1 0,0 1 0,0 0 0,0-1 0,0 1 0,0 0 0,1 0 0,-1 0 0,1 0 0,-1 0 0,1 1 0,0-1 0,-1 0 0,1 1 0,0-1 0,0 4 0,1-4 0,0 0 0,0 0 0,1 0 0,-1 0 0,1 0 0,-1 0 0,1 0 0,0-1 0,0 1 0,0 0 0,0 0 0,0-1 0,0 1 0,0 0 0,0-1 0,1 0 0,-1 1 0,1-1 0,-1 0 0,1 1 0,0-1 0,-1 0 0,1 0 0,0 0 0,0-1 0,-1 1 0,4 1 0,25 8-1365,0-3-5461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9:34.03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24575,'0'4'0,"4"6"0,6 2 0,6-2 0,0-3-8191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9:38.99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621 83 24575,'-1'-4'0,"1"1"0,-1 0 0,0 0 0,0 0 0,0 1 0,0-1 0,-1 0 0,1 0 0,-1 0 0,0 1 0,1-1 0,-1 1 0,-1 0 0,1-1 0,0 1 0,0 0 0,-1 0 0,1 0 0,-1 1 0,0-1 0,1 0 0,-1 1 0,0 0 0,0 0 0,0 0 0,-4-1 0,-7-3 0,-1 1 0,1 1 0,-1 0 0,-16 0 0,17 1 0,1 1 0,-1 1 0,0 0 0,0 0 0,0 2 0,1-1 0,-1 2 0,1 0 0,-1 1 0,1 0 0,0 1 0,1 0 0,-1 1 0,1 1 0,0-1 0,0 2 0,1 0 0,0 0 0,1 1 0,-1 1 0,2 0 0,0 0 0,0 1 0,-9 13 0,-3 8 0,1 1 0,1 1 0,2 1 0,1 0 0,2 1 0,1 1 0,2 0 0,2 1 0,2 0 0,1 0 0,1 1 0,2 66 0,3-14 0,-2-32 0,3-1 0,2 0 0,3 0 0,15 67 0,-19-118 0,1 0 0,0-1 0,0 1 0,1-1 0,0 1 0,0-1 0,0 0 0,1-1 0,0 1 0,0-1 0,1 0 0,-1 0 0,1 0 0,0-1 0,0 0 0,0 0 0,1-1 0,0 1 0,-1-2 0,1 1 0,0-1 0,15 3 0,11 2 0,1-2 0,0-1 0,54-1 0,-72-3 0,29 1 0,251-4 0,-287 2 0,0 0 0,1 0 0,-1-1 0,0-1 0,0 1 0,0-2 0,-1 1 0,1-1 0,-1 0 0,1-1 0,-1 0 0,12-10 0,-9 5 0,-1-1 0,0 1 0,0-1 0,-1-1 0,-1 0 0,0 0 0,10-22 0,-6 6 0,-1-1 0,-1-1 0,-1 1 0,-2-2 0,-1 1 0,-2-1 0,1-37 0,-5 35 0,-2 0 0,-1 0 0,-2 0 0,-1 0 0,-1 1 0,-2 0 0,-18-44 0,-113-204 0,133 266 0,2 7-170,0-1-1,0 1 0,0 0 1,-1 0-1,0 1 0,-1 0 1,-11-9-1,-1 1-6655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9:39.89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48 24575,'5'-5'0,"1"0"0,1 0 0,-1 1 0,0 0 0,1 0 0,0 1 0,0-1 0,0 2 0,1-1 0,-1 1 0,1 0 0,-1 0 0,1 1 0,-1 0 0,1 1 0,0 0 0,0 0 0,-1 0 0,1 1 0,13 3 0,-14-3 0,-1 1 0,0 0 0,1 0 0,-1 0 0,0 1 0,0 0 0,0 0 0,-1 1 0,1-1 0,-1 1 0,0 0 0,0 1 0,0-1 0,0 1 0,-1 0 0,0 0 0,0 1 0,0-1 0,-1 1 0,0 0 0,0 0 0,0 0 0,-1 0 0,3 8 0,-3-3 0,0 0 0,-1 0 0,0 0 0,0 0 0,-1 1 0,-1-1 0,0 0 0,0 0 0,-1 0 0,0 0 0,-1 0 0,-5 10 0,2-6 0,-2 0 0,0-1 0,0 0 0,-2-1 0,1 1 0,-2-2 0,-18 19 0,22-24-273,1 0 0,-1 1 0,2 0 0,-9 13 0,2 3-6553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19:42.46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24575,'0'4'0,"4"6"0,6 6 0,10 0 0,6-3 0,3-8 0,-4-9 0,-10-8 0,-12-2 0,-11 1 0,-13 3 0,-3 3-8191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0:59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383 0 24575,'-2'1'0,"0"0"0,0 0 0,0 0 0,0 0 0,1 0 0,-1 0 0,0 1 0,1-1 0,-1 0 0,1 1 0,-1-1 0,1 1 0,0 0 0,0-1 0,0 1 0,0 0 0,-1 2 0,-3 2 0,-34 60 0,3 2 0,3 1 0,3 1 0,-24 87 0,-2 24 0,-33 191 0,85-351 0,0 1 0,2-1 0,0 1 0,2 28 0,1-40 0,0 0 0,1 0 0,1 0 0,0-1 0,0 1 0,0-1 0,1 0 0,1 0 0,0 0 0,0-1 0,9 13 0,-6-12 0,0 1 0,0-1 0,0 0 0,1-1 0,1 0 0,0 0 0,0-1 0,0-1 0,0 1 0,13 4 0,-8-5 0,0-2 0,1 1 0,0-2 0,-1 0 0,1-1 0,0-1 0,23 0 0,-7-1 0,1-2 0,-1-1 0,0-1 0,38-11 0,-52 10 0,1-2 0,-2 0 0,1 0 0,-1-2 0,0 0 0,0-1 0,-1-1 0,23-19 0,64-66 0,-4-4 0,120-157 0,-194 220 0,-2-1 0,32-72 0,-1 3 0,-54 106 0,1-1 0,0 0 0,0 0 0,0 0 0,0 1 0,0-1 0,1 1 0,-1-1 0,0 1 0,1-1 0,-1 1 0,1 0 0,-1 0 0,1 0 0,2-2 0,-3 3 0,-1 0 0,1 1 0,-1-1 0,1 0 0,0 0 0,-1 1 0,1-1 0,-1 0 0,1 0 0,-1 1 0,1-1 0,-1 1 0,0-1 0,1 0 0,-1 1 0,1-1 0,-1 1 0,0-1 0,1 1 0,-1-1 0,0 1 0,1 0 0,-1-1 0,0 1 0,0-1 0,0 1 0,0 0 0,0-1 0,1 1 0,-1 0 0,1 11 0,1 0 0,-2 0 0,0 24 0,-19 125 0,-53 217 0,50-273 0,-20 91 0,-150 811 0,178-850-1365,13-127-5461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7:01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24575,'0'1998'-1365,"0"-1977"-5461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7:02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24575,'7'7'0,"-1"1"0,0 1 0,0-1 0,-1 1 0,0 0 0,-1 1 0,4 10 0,5 9 0,135 327 0,-124-286 0,-4 1 0,-4 1 0,11 91 0,-22-114 0,19 82 0,-14-109 0,-3-35 0,-1-47 0,47-474-1365,-41 459-5461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7:03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24575,'5'4'0,"1"0"0,0 0 0,0-1 0,0 1 0,0-1 0,1-1 0,-1 1 0,1-1 0,0 0 0,9 1 0,74 7 0,559 1 0,154 12 0,-248 49 0,-119-13 0,-272-43-1365,-115-13-5461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7:04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24575,'0'1'0,"0"1"0,1 0 0,-1 0 0,1-1 0,-1 1 0,1-1 0,0 1 0,0 0 0,0-1 0,0 1 0,0-1 0,0 0 0,0 1 0,0-1 0,0 0 0,1 0 0,-1 1 0,0-1 0,1 0 0,-1-1 0,1 1 0,0 0 0,2 1 0,46 15 0,-41-15 0,181 38 0,-20-6 0,627 188 0,-732-198 0,-50-11 0,-19-3 0,-30 2 0,-51 0 0,0-4 0,-148-6 0,127-3 0,-331-2-1365,336 3-5461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2:21.97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367 1210 24575,'2'1'0,"-1"0"0,1 1 0,-1-1 0,0 1 0,1-1 0,-1 1 0,0-1 0,0 1 0,0 0 0,0-1 0,-1 1 0,1 0 0,0 0 0,-1 0 0,1 2 0,2 4 0,-2-6 0,-1-1 0,1 1 0,-1 0 0,1-1 0,0 1 0,0 0 0,0-1 0,0 1 0,0-1 0,0 1 0,0-1 0,0 0 0,1 0 0,-1 1 0,0-1 0,1 0 0,-1 0 0,1 0 0,-1 0 0,1-1 0,0 1 0,-1 0 0,1-1 0,0 1 0,0-1 0,-1 1 0,1-1 0,2 0 0,0-1 0,-1 0 0,1-1 0,0 0 0,-1 1 0,1-1 0,-1-1 0,0 1 0,0 0 0,0-1 0,0 0 0,0 0 0,0 1 0,3-7 0,20-21 0,-1-1 0,-2-1 0,-2-1 0,0 0 0,-3-2 0,-1 0 0,-1-1 0,-2-1 0,-1 0 0,-3-1 0,-1 0 0,-1-1 0,2-40 0,-7 29 0,-1-1 0,-11-99 0,6 134 0,0 1 0,-1 0 0,0 0 0,-1 0 0,-1 0 0,0 1 0,-1 0 0,0 0 0,-2 1 0,1 0 0,-2 0 0,1 1 0,-24-22 0,-181-176 0,212 207 0,0 1 0,-1-1 0,1 1 0,-1 0 0,1 0 0,-1 0 0,0 0 0,0 0 0,0 0 0,0 1 0,0-1 0,-1 1 0,1 0 0,0 0 0,-5 0 0,5 1 0,1 0 0,-1 0 0,0 0 0,1 1 0,-1-1 0,1 1 0,-1-1 0,1 1 0,-1 0 0,1 0 0,-1 1 0,1-1 0,0 0 0,0 1 0,-4 2 0,-4 7 0,1-1 0,0 1 0,1 0 0,0 1 0,-12 24 0,10-19 0,-28 51 0,3 3 0,-38 106 0,58-132 0,3 1 0,1 0 0,3 0 0,1 1 0,0 65 0,6-49 0,3 1 0,2 0 0,15 74 0,-14-118 0,1 0 0,0 0 0,2-1 0,0 1 0,19 31 0,-20-40 0,1 0 0,0 0 0,1-1 0,0-1 0,1 1 0,0-1 0,0-1 0,1 0 0,0 0 0,13 6 0,-15-10-273,0 0 0,0 0 0,0-1 0,14 3 0,2-2-6553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2:23.37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516 1136 24575,'6'0'0,"0"0"0,-1-1 0,1 1 0,0-1 0,0 0 0,-1-1 0,1 1 0,-1-1 0,1-1 0,-1 1 0,0-1 0,0 1 0,0-1 0,0-1 0,0 1 0,-1-1 0,1 0 0,-1 0 0,0 0 0,0 0 0,-1-1 0,1 0 0,-1 0 0,0 0 0,0 0 0,-1 0 0,1 0 0,2-12 0,2-8 0,-1-1 0,-2-1 0,0 1 0,-2-1 0,-1-26 0,-2-393 0,-2 158 0,3 282 0,0 1 0,0-1 0,0 0 0,-1 0 0,0 0 0,0 1 0,0-1 0,-1 1 0,0-1 0,0 1 0,0-1 0,-1 1 0,-4-8 0,4 10 0,-1 0 0,1 0 0,-1 1 0,1-1 0,-1 1 0,0-1 0,0 1 0,0 1 0,0-1 0,0 0 0,0 1 0,-1 0 0,1 0 0,-1 0 0,1 1 0,0-1 0,-1 1 0,-5 0 0,-18-1 0,1 2 0,-1 0 0,-40 8 0,56-6 0,-1 1 0,1 0 0,0 0 0,0 1 0,0 1 0,1 0 0,0 0 0,0 1 0,-17 15 0,3 0 0,1 1 0,0 1 0,2 1 0,1 1 0,2 1 0,0 1 0,2 0 0,1 2 0,1 0 0,1 0 0,2 1 0,1 1 0,2 0 0,-11 63 0,14-50 0,2-1 0,2 1 0,5 70 0,0-88 0,1 0 0,1-1 0,2 0 0,0 0 0,2 0 0,1-1 0,14 27 0,-3-10 0,-10-18 0,1 0 0,16 23 0,-25-42 0,1 0 0,-1 0 0,1-1 0,0 1 0,0-1 0,1 0 0,-1-1 0,1 1 0,0-1 0,0 1 0,0-2 0,0 1 0,1 0 0,9 2 0,9-1-27,0-2 0,-1 0 0,1-2-1,43-5 1,-21 2-1202,-18 2-5597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2:28.38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259 831 24575,'2'2'0,"1"0"0,-1 0 0,1-1 0,-1 1 0,1-1 0,0 0 0,0 0 0,-1 0 0,1 0 0,0 0 0,0-1 0,0 1 0,0-1 0,0 0 0,0 0 0,0 0 0,0 0 0,0 0 0,0-1 0,0 1 0,0-1 0,0 0 0,-1 0 0,1 0 0,0 0 0,5-3 0,0-1 0,0 1 0,0-1 0,-1-1 0,1 1 0,-1-1 0,0-1 0,9-10 0,-5 1 0,0-1 0,-1 0 0,-1 0 0,0-1 0,-2 0 0,0-1 0,9-37 0,-5 0 0,6-86 0,-12 67 0,-9-139 0,4 210 0,0-1 0,0 0 0,-1 0 0,0 0 0,0 1 0,-1-1 0,1 0 0,-1 1 0,0-1 0,0 1 0,0 0 0,-1 0 0,0 0 0,1 0 0,-1 0 0,-1 0 0,1 1 0,0-1 0,-1 1 0,-5-4 0,1 3 0,-1 1 0,1-1 0,0 2 0,-1-1 0,0 1 0,1 1 0,-1-1 0,0 2 0,0-1 0,-11 1 0,-20 0 0,18-2 0,-1 2 0,1 0 0,-1 1 0,1 2 0,0 0 0,-1 1 0,-27 10 0,43-10 0,0 0 0,1 1 0,-1 0 0,1 0 0,0 1 0,0 0 0,0 0 0,1 0 0,0 1 0,0 0 0,1 0 0,0 0 0,0 0 0,0 1 0,1-1 0,1 1 0,-1 0 0,-1 8 0,-3 16 0,1-1 0,2 1 0,-1 40 0,8 272 0,-4-340-54,1 0-1,1 0 0,-1 0 1,1 0-1,-1 0 1,1-1-1,0 1 0,0 0 1,1 0-1,-1-1 1,1 1-1,0 0 0,0-1 1,0 0-1,0 1 0,1-1 1,-1 0-1,1 0 1,0-1-1,0 1 0,0 0 1,0-1-1,0 0 1,6 3-1,10 2-6771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2:33.86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213 1185 24575,'1'-4'0,"0"1"0,0-1 0,0 1 0,0 0 0,1-1 0,-1 1 0,1 0 0,0 0 0,0 0 0,0 0 0,0 0 0,5-4 0,9-15 0,-1-9 0,-2 0 0,-1-1 0,-2 0 0,-1-1 0,-1 0 0,6-62 0,-3-206 0,-10 233 0,-6-212 0,4 270 0,-1-1 0,0 1 0,-1-1 0,0 1 0,0 0 0,-1 0 0,0 0 0,-1 0 0,0 1 0,-1 0 0,0 0 0,0 0 0,-8-7 0,11 13 0,1 0 0,-1 0 0,0 0 0,-1 0 0,1 1 0,0-1 0,-1 1 0,1 0 0,-1 0 0,0 0 0,0 1 0,0-1 0,1 1 0,-1 0 0,-1 0 0,1 0 0,0 1 0,0-1 0,0 1 0,0 0 0,0 0 0,0 1 0,-1-1 0,1 1 0,0 0 0,0 0 0,0 0 0,0 0 0,1 1 0,-1 0 0,0 0 0,1 0 0,-1 0 0,1 0 0,-1 1 0,-2 2 0,-4 5 0,0 0 0,1 0 0,0 1 0,1 0 0,0 1 0,1 0 0,0 0 0,1 0 0,-8 23 0,3-4 0,2 0 0,1 1 0,-3 33 0,4 15 0,3 0 0,8 89 0,1-19 0,-8-67 0,1-49 0,1 0 0,2-1 0,9 66 0,-7-87-195,1 0 0,0-1 0,1 1 0,1-1 0,-1 0 0,13 15 0,1 1-6631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2:55.42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158 733 24575,'2'1'0,"-1"1"0,1-1 0,-1 1 0,1-1 0,0 0 0,0 0 0,-1 1 0,1-1 0,0-1 0,0 1 0,0 0 0,0 0 0,0-1 0,1 1 0,-1-1 0,0 1 0,0-1 0,0 0 0,0 0 0,0 0 0,1 0 0,2-1 0,-1 0 0,0-1 0,0 1 0,-1-1 0,1 0 0,0 0 0,-1-1 0,0 1 0,1 0 0,-1-1 0,0 0 0,3-3 0,4-6 0,-1 0 0,0-1 0,0 0 0,-1-1 0,6-15 0,-2 0 0,-2-1 0,-1 0 0,-2-1 0,-1 1 0,-1-1 0,0-33 0,-3-15 0,-9-96 0,7 169 0,-1 0 0,0 0 0,0 0 0,-1 0 0,1 0 0,-1 0 0,-1 0 0,1 0 0,-1 1 0,0-1 0,0 1 0,0 0 0,-1 0 0,0 0 0,0 0 0,0 1 0,-9-7 0,9 8 0,-1 0 0,0 1 0,1-1 0,-1 1 0,0 0 0,0 0 0,0 1 0,-1 0 0,1-1 0,0 2 0,-1-1 0,1 1 0,0 0 0,-1 0 0,1 0 0,0 1 0,-1-1 0,1 1 0,0 1 0,0-1 0,-6 3 0,2 0 0,0 1 0,0 0 0,0 1 0,1 0 0,-1 0 0,2 1 0,-1 0 0,1 0 0,0 1 0,0-1 0,1 2 0,-6 8 0,1 0 0,1 1 0,0-1 0,2 2 0,0-1 0,-6 25 0,7-6 0,1 1 0,3-1 0,1 1 0,1-1 0,6 43 0,-2 8 0,-3-79-151,0-1-1,0 1 0,1-1 0,1 0 1,-1 0-1,1 1 0,0-1 1,5 11-1,4-1-6674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4:14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0 24575,'2'2'0,"-1"0"0,0 0 0,0 0 0,0 0 0,0 0 0,0 0 0,0 0 0,0 0 0,-1 0 0,1 1 0,-1-1 0,1 0 0,-1 0 0,0 0 0,0 1 0,0-1 0,0 0 0,0 0 0,-1 4 0,-14 46 0,11-42 0,-89 225 0,2-7 0,75-178 0,1 0 0,-13 86 0,27-128 0,0-1 0,0 1 0,1 0 0,0 0 0,1 0 0,0-1 0,0 1 0,0 0 0,1-1 0,0 1 0,1-1 0,0 0 0,0 0 0,0 0 0,7 10 0,-1-6 0,0 0 0,1 0 0,1-1 0,-1-1 0,2 1 0,-1-2 0,18 10 0,95 65 0,-4 6 0,-4 4 0,-4 6 0,134 152 0,-216-218 0,-2 2 0,-1 1 0,-2 1 0,-2 1 0,-1 2 0,-2 0 0,-2 1 0,-2 0 0,-1 2 0,-2 0 0,-3 0 0,-1 1 0,-2 0 0,-2 1 0,-2-1 0,-3 68 0,-1-97 0,0 0 0,-1 1 0,-1-1 0,0 0 0,-8 21 0,10-32 0,-1 0 0,0 0 0,0-1 0,0 1 0,-1 0 0,1-1 0,-1 1 0,0-1 0,0 0 0,0 0 0,0 0 0,0 0 0,-1 0 0,0-1 0,1 0 0,-1 0 0,0 0 0,0 0 0,0 0 0,0-1 0,0 1 0,0-1 0,-8 1 0,-46 1 0,0-1 0,-85-10 0,27 2 0,89 5 0,1-1 0,-1-1 0,-48-12 0,62 11 0,0-1 0,1 0 0,0 0 0,0-1 0,0-1 0,1 0 0,0-1 0,0 0 0,-14-15 0,10 9-114,-1-2 1,2 0-1,0-1 0,2 0 0,-1-1 1,2 0-1,0-1 0,2 0 0,0-1 1,1 0-1,-9-33 0,12 18-6712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4:15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24575,'13'5'0,"1"0"0,0-1 0,0-1 0,0-1 0,1 0 0,-1 0 0,1-2 0,14 0 0,4 0 0,422 3 0,-39-2 0,-385 0-227,-1 2-1,0 2 1,1 0-1,-2 2 1,50 18-1,-48-13-6598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25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0 285 24575,'171'-12'0,"-28"1"0,506 8 0,184-7 0,-418-33 0,-130 9 0,9 4 0,502-29 0,82 61 0,200-2 0,-604-28 0,-161 6 0,-240 18-682,109-19-1,-152 16-6143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26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1 24575,'-1'48'0,"0"-23"0,1 1 0,1 0 0,8 47 0,-7-65 0,1 1 0,0-1 0,0 0 0,1 1 0,-1-1 0,2-1 0,-1 1 0,1-1 0,1 1 0,-1-2 0,1 1 0,0 0 0,1-1 0,-1-1 0,10 8 0,69 39 0,2-2 0,1-5 0,111 40 0,290 75 0,-325-112 0,-114-31 0,-50-17 0,0 1 0,-1-1 0,1 0 0,0 0 0,-1 0 0,1 0 0,0 0 0,0 1 0,-1-1 0,1 0 0,0 0 0,0 0 0,0 1 0,-1-1 0,1 0 0,0 0 0,0 1 0,0-1 0,0 0 0,-1 0 0,1 1 0,0-1 0,0 0 0,0 1 0,0-1 0,0 0 0,0 0 0,0 1 0,0-1 0,0 0 0,0 1 0,0-1 0,0 0 0,0 1 0,0-1 0,0 0 0,0 0 0,0 1 0,0-1 0,1 0 0,-1 1 0,0-1 0,0 0 0,0 0 0,0 1 0,1-1 0,-1 0 0,0 0 0,0 1 0,0-1 0,1 0 0,-1 0 0,0 0 0,0 0 0,1 1 0,-1-1 0,0 0 0,1 0 0,-1 0 0,1 0 0,-32 5 0,-438 0 0,280-8 0,-524 0-1365,636 3-5461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7:10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1133 24575,'-11'-43'0,"2"0"0,2-1 0,-2-68 0,6 64 0,-3-87 0,6 86 0,-2 0 0,-2 0 0,-3 1 0,-20-80 0,3 44-181,-18-127 0,32 152-822,4 28-5823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7:11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0 287 24575,'25'-103'0,"-22"80"0,2 1 0,0 0 0,2 0 0,14-32 0,-20 51 0,0 0 0,0 1 0,1 0 0,-1-1 0,1 1 0,0 0 0,0-1 0,0 1 0,0 0 0,0 1 0,0-1 0,0 0 0,1 0 0,-1 1 0,0 0 0,1-1 0,0 1 0,-1 0 0,1 0 0,4-1 0,-3 2 0,0 0 0,-1 0 0,1 0 0,0 1 0,0-1 0,0 1 0,0 0 0,-1 0 0,1 0 0,0 1 0,-1-1 0,1 1 0,3 3 0,7 4 0,-2 0 0,1 1 0,-1 1 0,-1 0 0,0 0 0,14 19 0,-4 0-170,-1 1-1,-2 1 0,-1 1 1,-1 0-1,-2 1 0,-1 0 1,8 39-1,-14-46-6655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4:34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1647 46 24575,'-105'-16'0,"-170"-3"0,192 16 0,54 2 0,-605-6 0,579 11 0,-91 17 0,130-18 0,0 1 0,1 1 0,-1 0 0,1 1 0,0 0 0,0 2 0,1 0 0,0 0 0,1 1 0,-15 13 0,21-15 0,0 1 0,1 0 0,0 0 0,0 1 0,1-1 0,0 1 0,1 0 0,0 1 0,-5 14 0,0 10 0,-7 50 0,11-50 0,-20 138 0,-1 176 0,23 179 0,6-421 0,27 183 0,-23-252 0,1-1 0,2 1 0,1-2 0,2 1 0,2-2 0,1 0 0,1 0 0,32 43 0,-44-69 0,0-1 0,1-1 0,0 1 0,0-1 0,0 0 0,1-1 0,0 0 0,0 0 0,0 0 0,1-1 0,0 1 0,0-2 0,0 1 0,12 2 0,-3-3 0,0-1 0,0-1 0,0 0 0,0-1 0,0-1 0,25-5 0,-10 2 0,0-2 0,0-1 0,-1-2 0,0-1 0,-1-1 0,0-2 0,0-1 0,46-30 0,-60 33 0,-1 0 0,-1-1 0,0-1 0,-1 0 0,0-1 0,-1 0 0,0-1 0,-1 0 0,-1-1 0,-1 0 0,0-1 0,-1 0 0,-1 0 0,0-1 0,-1 1 0,5-32 0,-7 18 0,-1-1 0,-1 1 0,-2-1 0,-2 0 0,-1 1 0,-1-1 0,-1 1 0,-2 0 0,-1 0 0,-2 1 0,0 0 0,-3 1 0,0 0 0,-26-40 0,30 56 0,-1 0 0,-1 1 0,0 0 0,0 0 0,-1 1 0,-1 1 0,0 0 0,0 1 0,-1 0 0,0 1 0,-26-11 0,-16-2 0,-104-27 0,146 44 0,2 1 0,-1 0 0,1 1 0,0 0 0,-1 0 0,1 2 0,-1-1 0,0 2 0,-19 2 0,25-1 0,0 0 0,0 0 0,0 1 0,0 0 0,1 0 0,0 1 0,-1 0 0,1 0 0,0 0 0,1 1 0,-1-1 0,1 1 0,0 1 0,0-1 0,1 1 0,-6 8 0,-9 19 0,1 1 0,2 1 0,1 0 0,1 1 0,3 1 0,0 0 0,3 1 0,-7 68 0,13-68-1365,1-7-5461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4:39.51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654 1849 24575,'6'0'0,"0"0"0,0 0 0,-1-1 0,1 1 0,0-1 0,0-1 0,0 1 0,-1-1 0,1 0 0,-1 0 0,1-1 0,-1 0 0,0 0 0,0 0 0,0 0 0,0-1 0,-1 0 0,1 0 0,-1 0 0,0 0 0,0-1 0,0 1 0,-1-1 0,0 0 0,5-11 0,9-16 0,-3-1 0,0 0 0,-2 0 0,-2-2 0,10-53 0,13-184 0,-30 244 0,19-656 0,-22 657 0,-1 1 0,-2-1 0,0 1 0,-2 0 0,-15-49 0,14 60 0,0 0 0,-1 1 0,-1-1 0,0 2 0,-1-1 0,-1 1 0,0 1 0,0 0 0,-2 0 0,-21-18 0,6 10 0,0 1 0,-2 1 0,0 1 0,0 1 0,-43-15 0,49 23 0,-1 1 0,0 0 0,-1 2 0,1 1 0,-1 1 0,0 1 0,-45 2 0,58 2 0,0 0 0,0 1 0,0 0 0,0 1 0,0 1 0,1 0 0,0 0 0,0 1 0,0 0 0,1 1 0,0 0 0,0 1 0,1 0 0,0 1 0,0 0 0,1 0 0,0 1 0,-8 13 0,1-1 0,2 0 0,0 2 0,2-1 0,0 2 0,2-1 0,0 1 0,-7 43 0,1 38 0,6 1 0,8 207 0,2-277 0,1 0 0,3 0 0,1-1 0,1 1 0,2-1 0,2-1 0,1 0 0,2 0 0,1-1 0,32 52 0,165 257 0,5-12 0,-144-241-1365,-42-55-5461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4:45.25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449 730 24575,'2'-158'0,"-5"-169"0,2 316 0,-1-1 0,-1 0 0,0 1 0,0 0 0,-1 0 0,-1 0 0,0 0 0,0 0 0,-1 1 0,0 0 0,-1 0 0,0 1 0,-9-9 0,9 10 0,0 0 0,-1 0 0,-1 1 0,1 1 0,-1-1 0,0 1 0,0 1 0,-1 0 0,1 0 0,-1 1 0,0 0 0,-1 0 0,1 1 0,-16-2 0,20 4 0,1 1 0,-1-1 0,0 2 0,0-1 0,1 0 0,-1 1 0,0 0 0,1 0 0,-1 1 0,1 0 0,0 0 0,-1 0 0,1 0 0,0 1 0,0 0 0,0 0 0,1 0 0,-1 1 0,1-1 0,0 1 0,0 0 0,0 1 0,0-1 0,1 1 0,-1-1 0,1 1 0,0 0 0,1 0 0,-1 0 0,-2 11 0,-4 12 0,2 0 0,1 1 0,1 0 0,-2 53 0,3-31 0,-12 79 0,4-52 0,4 1 0,4 139 0,6-205 0,0-1 0,1 1 0,1-1 0,-1 0 0,2 0 0,0-1 0,0 1 0,1-1 0,1 0 0,0 0 0,16 18 0,2-1 0,1 0 0,52 39 0,-74-63 0,0-1 0,-1 0 0,1 0 0,1 0 0,-1-1 0,0 0 0,1 0 0,-1 0 0,1 0 0,0 0 0,-1-1 0,1 0 0,0 0 0,0 0 0,0-1 0,0 0 0,0 0 0,0 0 0,0 0 0,0-1 0,0 0 0,-1 0 0,1 0 0,0 0 0,0-1 0,-1 0 0,1 0 0,-1 0 0,0-1 0,1 1 0,-1-1 0,0 0 0,-1 0 0,1-1 0,3-3 0,3-3 0,-2-1 0,1 0 0,-2 0 0,1 0 0,-2-1 0,1 0 0,-2 0 0,0-1 0,0 1 0,-1-1 0,5-26 0,-7 17-43,-1-1 0,-2 0 0,0 1 0,-1 0 0,-7-34 0,3 17-1064,2 10-5719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4:56.67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308 878 24575,'3'2'0,"0"1"0,1-1 0,-1 0 0,0 0 0,1 0 0,-1-1 0,1 1 0,-1-1 0,1 0 0,0 0 0,0 0 0,-1 0 0,1-1 0,0 1 0,0-1 0,0 0 0,0 0 0,0-1 0,-1 1 0,1-1 0,0 0 0,0 0 0,6-2 0,0-1 0,0 0 0,0-1 0,0 0 0,-1 0 0,0-1 0,0 0 0,10-9 0,-3-1 0,0-1 0,-1-1 0,-1 0 0,-1-1 0,0 0 0,-2-1 0,0 0 0,-1-1 0,-1 0 0,-1 0 0,10-45 0,-10 20 0,-1 0 0,-2 0 0,-2-1 0,-7-90 0,3 123 0,0-1 0,-2 1 0,0 0 0,0 0 0,-2 0 0,1 0 0,-2 1 0,0 0 0,-10-18 0,11 25 0,1-1 0,-1 1 0,0 0 0,-1 0 0,1 1 0,-1-1 0,0 1 0,-1 0 0,1 1 0,-1 0 0,0 0 0,0 0 0,0 1 0,-1 0 0,1 0 0,-1 1 0,0 0 0,-12-2 0,-30 1 0,-91 5 0,46 1 0,87-3 0,1 0 0,0 0 0,0 1 0,0 0 0,-1 0 0,1 0 0,0 1 0,0 0 0,1 1 0,-1-1 0,0 1 0,1 1 0,0-1 0,0 1 0,0 0 0,0 0 0,0 1 0,1 0 0,0 0 0,0 0 0,0 1 0,1-1 0,0 1 0,0 0 0,0 1 0,1-1 0,0 1 0,0-1 0,-3 10 0,1 2 0,0 0 0,2 1 0,0-1 0,0 1 0,2 24 0,7 95 0,-4-118 0,0 4 15,1 0 0,1 0 0,1 0 0,1 0 0,2-1 0,0 0 0,19 37 0,-22-50-93,1 0 0,0-1 0,0 0-1,1 0 1,0-1 0,0 0 0,1 0 0,0-1 0,1 0-1,0 0 1,0-1 0,0 0 0,1-1 0,-1 1 0,1-2-1,1 0 1,-1 0 0,22 4 0,-5-4-6748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7:15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24575,'5'8'0,"0"0"0,0 0 0,-1 0 0,0 1 0,0 0 0,-1-1 0,0 1 0,-1 0 0,3 16 0,4 10 0,25 59 0,70 138 0,2 1 0,-98-208 0,0 1 0,-2 0 0,-1-1 0,0 2 0,0 32 0,-8 135 0,-1-64 0,4 119-1365,0-221-5461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7:15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24575,'2'9'0,"0"0"0,0 0 0,1-1 0,0 1 0,0-1 0,1 0 0,0 0 0,1 0 0,5 8 0,2 4 0,52 90 0,59 111 0,-109-194 0,-2 0 0,2 0 0,0-1 0,2-1 0,27 34 0,-42-58 0,0 1 0,0-1 0,0 0 0,0 0 0,0 0 0,0 0 0,0 0 0,0 0 0,1 0 0,-1 0 0,0 0 0,0-1 0,1 1 0,-1-1 0,1 1 0,-1-1 0,0 1 0,1-1 0,-1 0 0,1 1 0,-1-1 0,3 0 0,-2-1 0,-1 0 0,0 1 0,0-1 0,0 0 0,0 0 0,0 0 0,0 0 0,0 0 0,-1 0 0,1 0 0,0 0 0,-1 0 0,1 0 0,0-1 0,-1 1 0,1 0 0,-1 0 0,0-1 0,1 1 0,-1-2 0,3-13 0,-1 0 0,-1 0 0,-1-22 0,0 25 0,-1-125 29,3-94-1423,3 185-5432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7:18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24575,'10'238'0,"10"-1"0,61 281 0,-11-186 0,7 39 0,0 1-1365,-67-316-5461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7:22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1 319 24575,'1'17'0,"1"-1"0,1 1 0,0-1 0,7 21 0,5 22 0,-2 3 0,2-1 0,3-1 0,2-1 0,3-1 0,55 101 0,-72-149 0,1 1 0,0-2 0,1 1 0,0-1 0,0 0 0,1 0 0,11 9 0,-18-17 0,0 1 0,0-1 0,0 1 0,0-1 0,0 0 0,0 0 0,0 0 0,0 0 0,0 0 0,1 0 0,-1-1 0,0 1 0,1-1 0,-1 1 0,0-1 0,1 0 0,-1 0 0,0 0 0,1 0 0,-1-1 0,0 1 0,1-1 0,-1 1 0,0-1 0,0 0 0,1 0 0,-1 0 0,0 0 0,0 0 0,0 0 0,0 0 0,0-1 0,0 1 0,-1-1 0,1 0 0,0 1 0,-1-1 0,1 0 0,-1 0 0,0 0 0,1 0 0,-1 0 0,0 0 0,1-3 0,4-10 0,0 1 0,-1-1 0,0 0 0,-2 0 0,1-1 0,1-23 0,0-103 0,-5 101 0,-2-159-31,-2 105-413,4-1-1,21-157 0,-12 207-6381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5:54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1705 183 24575,'-5'-10'0,"-1"1"0,-1 0 0,1 0 0,-2 1 0,1 0 0,-1 0 0,0 1 0,-1-1 0,1 2 0,-16-9 0,5 4 0,0 1 0,-1 0 0,0 2 0,-27-8 0,0 6 0,-1 2 0,0 1 0,0 3 0,0 2 0,0 2 0,0 3 0,-81 13 0,93-9 0,1 3 0,0 0 0,0 2 0,1 2 0,1 1 0,0 2 0,1 0 0,1 3 0,1 0 0,1 2 0,0 2 0,2 0 0,-28 33 0,-1 8 0,3 4 0,2 1 0,4 3 0,-54 111 0,59-95 0,4 3 0,3 1 0,5 1 0,4 2 0,4 1 0,5 0 0,4 2 0,4 0 0,4 0 0,11 142 0,-1-196 0,1-1 0,2 0 0,2 0 0,2 0 0,2-1 0,28 60 0,-28-74 0,1-1 0,2 0 0,0-1 0,2-1 0,1-1 0,1-1 0,1 0 0,1-2 0,45 35 0,-55-49 0,1-1 0,0 0 0,0 0 0,0-1 0,1-1 0,0-1 0,0 0 0,0-1 0,0 0 0,18 0 0,0-2 0,0-1 0,0-1 0,55-11 0,-67 9 0,-1-1 0,-1-2 0,1 0 0,-1 0 0,0-2 0,-1-1 0,1 0 0,-2-1 0,1-1 0,-2-1 0,1 0 0,-2-1 0,1-1 0,-2 0 0,0-1 0,-1-1 0,0 0 0,-2 0 0,1-1 0,-2-1 0,-1 0 0,0-1 0,-1 1 0,-1-2 0,7-29 0,-4-4 0,-2-1 0,-2-1 0,-3 1 0,-2-1 0,-3 1 0,-1 0 0,-23-104 0,9 91 0,-35-85 0,48 143 0,0-1 0,0 1 0,-1 0 0,0 0 0,-1 1 0,0-1 0,0 1 0,-1 1 0,0-1 0,0 1 0,-1 0 0,0 1 0,0 0 0,-1 0 0,1 0 0,-14-5 0,6 5 0,0 1 0,0 0 0,-1 1 0,1 1 0,-1 1 0,0 0 0,0 1 0,1 1 0,-21 2 0,8 0 0,1 0 0,0 2 0,-30 9 0,47-9 0,-1 0 0,1 0 0,0 2 0,0-1 0,0 1 0,1 1 0,0 0 0,1 1 0,-18 16 0,12-7-151,0 0-1,0 2 0,2-1 0,0 2 1,2 0-1,0 0 0,1 1 1,-9 27-1,9-12-6674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00.91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305 782 24575,'7'-4'0,"-1"0"0,0-1 0,0 1 0,0-1 0,0-1 0,-1 1 0,0-1 0,0 0 0,-1 0 0,0-1 0,0 1 0,0-1 0,0 0 0,-1 0 0,-1 0 0,1 0 0,2-14 0,1-12 0,-1 0 0,2-60 0,-6 58 0,3-3 0,16-64 0,3-18 0,-21 105 0,-1 1 0,-1 0 0,0 0 0,-1-1 0,0 1 0,-5-18 0,5 28 0,0-1 0,-1 1 0,0 0 0,1 0 0,-1 0 0,-1 1 0,1-1 0,-1 0 0,1 1 0,-1 0 0,0-1 0,0 1 0,-1 0 0,1 1 0,-6-5 0,2 3 0,0 1 0,0-1 0,0 1 0,-1 0 0,0 1 0,1 0 0,-1 0 0,-9-1 0,4 2 0,1 0 0,-1 0 0,1 2 0,-1-1 0,1 2 0,-1-1 0,1 2 0,0 0 0,0 0 0,0 1 0,-12 6 0,12-3 0,0 1 0,1 0 0,0 1 0,1 0 0,0 1 0,0 0 0,1 0 0,1 1 0,-1 0 0,2 1 0,0 0 0,0 0 0,1 0 0,0 1 0,1 0 0,-6 25 0,5-12 0,1 0 0,1 1 0,1 0 0,2-1 0,0 1 0,2 0 0,8 51 0,-4-59 0,1 0 0,0 0 0,2-1 0,0 0 0,1 0 0,16 22 0,-10-15 0,23 53 0,-31-60 24,0-1 0,1-1 0,1 1 0,19 27 0,-22-37-138,-1-1 0,1 0-1,0 0 1,1 0 0,-1-1 0,1 0-1,0 0 1,0-1 0,1 0 0,-1 0-1,1 0 1,15 4 0,5-2-6712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03.24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154 708 24575,'23'25'0,"-17"-18"0,1 1 0,0-1 0,0-1 0,0 1 0,16 10 0,-21-16 0,1 0 0,-1 0 0,1 0 0,0 0 0,-1 0 0,1-1 0,0 1 0,-1-1 0,1 0 0,0 0 0,0 0 0,-1 0 0,1 0 0,0 0 0,0-1 0,-1 1 0,1-1 0,0 0 0,-1 0 0,1 0 0,-1 0 0,1 0 0,-1-1 0,0 1 0,5-4 0,1-2 0,1-1 0,-1 0 0,0-1 0,-1 0 0,0 0 0,0-1 0,-1 0 0,0 0 0,-1 0 0,0-1 0,5-16 0,4-15 0,12-68 0,-26 109 0,8-37 0,-2 1 0,-2-1 0,-1 0 0,-2 0 0,-1 0 0,-2 0 0,-2 1 0,-16-70 0,18 102 0,0 0 0,0 0 0,-1 0 0,1 1 0,-1-1 0,0 1 0,0 0 0,-1 0 0,1 0 0,-1 0 0,0 0 0,0 1 0,0 0 0,-1 0 0,1 0 0,-1 0 0,0 1 0,1-1 0,-1 1 0,0 1 0,-1-1 0,1 1 0,0-1 0,-6 1 0,-6-2 0,-1 2 0,1 0 0,-1 1 0,1 1 0,-1 0 0,-20 5 0,30-4 0,-1 0 0,1 0 0,0 1 0,0 0 0,0 0 0,1 1 0,-1 0 0,1 0 0,-1 0 0,1 1 0,1 1 0,-1-1 0,1 1 0,0 0 0,0 0 0,1 1 0,0 0 0,0 0 0,0 0 0,1 1 0,0-1 0,1 1 0,0 0 0,-3 8 0,-1 12 0,1-1 0,1 1 0,2-1 0,1 1 0,1 0 0,2 29 0,-1-43-105,0 0 0,0 1 0,2-1 0,-1 0 0,2 1 0,0-1 0,1 0 0,0-1 0,1 1 0,1-1 0,0 0 0,11 18 0,2-8-6721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6:07.66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656 1259 24575,'14'-17'0,"0"-1"0,0-1 0,-2 0 0,-1-1 0,13-27 0,-1 2 0,-2 0 0,-3 1 0,-1-2 0,-2-1 0,-2 0 0,-3 0 0,-1-1 0,-3 0 0,-1-1 0,-3 1 0,-2-1 0,-2 0 0,-9-51 0,6 73 0,-2 1 0,-1 0 0,-1 0 0,-1 1 0,-2 0 0,0 1 0,-1 0 0,-2 1 0,0 1 0,-1 0 0,-2 1 0,-23-22 0,32 35 0,0 0 0,-1 1 0,0 1 0,0-1 0,-1 2 0,0-1 0,0 1 0,0 1 0,0 0 0,-1 1 0,0 0 0,1 1 0,-1 0 0,0 1 0,0 0 0,0 1 0,-1 0 0,1 1 0,0 0 0,-22 6 0,16-3 0,-1 2 0,1 0 0,0 1 0,0 0 0,1 2 0,0 0 0,1 1 0,0 0 0,0 2 0,1 0 0,1 0 0,-21 23 0,13-9 0,2 0 0,0 1 0,2 1 0,1 1 0,1 1 0,2 0 0,0 1 0,3 1 0,0-1 0,2 2 0,2-1 0,1 1 0,1 1 0,2-1 0,1 36 0,2-18 0,13 86 0,-9-114 0,1-1 0,1 0 0,1-1 0,1 0 0,1 0 0,16 26 0,-25-46 0,38 63 0,56 132 0,-91-187-47,1 1 0,0-1 0,1 1 0,0-1 0,0 0 0,1-1 0,0 0 0,0 1 0,1-2-1,0 1 1,0-1 0,1 0 0,0-1 0,0 0 0,1 0 0,0-1 0,0 0 0,0 0 0,0-1 0,1 0 0,0-1 0,-1 0-1,1 0 1,1-1 0,-1-1 0,0 0 0,0 0 0,20-1 0,-6-1-6779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7:25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24575,'549'30'0,"-241"-7"0,1315 0-314,-1274-25-737,-292 2-5775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7:26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24575,'33'1'0,"51"9"0,-17-1 0,954 133 0,-327-39 0,-663-100 0,-23-3 0,0 0 0,0 1 0,0 0 0,0 0 0,0 1 0,0 0 0,-1 0 0,1 1 0,0 0 0,12 7 0,-21-4 0,-13 1 0,-52 12 0,-1-3 0,-1-3 0,-91 6 0,53-7 0,-265 26-682,-510-11-1,839-28-6143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7:27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24575,'9'0'0,"15"0"0,12 0 0,21 0 0,22 0 0,28 0 0,28 0 0,22 0 0,5-4 0,-12-2 0,-19 1 0,-27-3 0,-28-1 0,-22 1 0,-12 3 0,-13 2-8191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7:28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24575,'6'0'0,"0"1"0,0 0 0,0 0 0,-1 1 0,1 0 0,10 4 0,14 6 0,797 172 0,-187-48 0,-597-126 0,59 17 0,-91-24 0,-1 1 0,0 1 0,0 0 0,-1 0 0,1 1 0,-1 0 0,10 9 0,-17-14 0,0 1 0,0 0 0,-1-1 0,1 1 0,-1 0 0,1 0 0,-1 1 0,0-1 0,1 0 0,-1 0 0,0 0 0,0 1 0,-1-1 0,1 1 0,0-1 0,-1 1 0,0-1 0,1 0 0,-1 6 0,-1-4 0,0 0 0,0 0 0,0-1 0,0 1 0,-1 0 0,1-1 0,-1 1 0,0-1 0,0 1 0,-1-1 0,-3 5 0,-8 6 0,0 0 0,-1-1 0,-1-1 0,-18 12 0,29-20 0,-78 48-195,-3-3 0,-1-4 0,-3-4 0,-1-3 0,-2-5 0,-120 27 0,162-48-6631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9:04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24575,'266'-1'0,"466"5"0,-8 38 0,-584-29 0,-31-4 0,-1 4 0,107 27 0,-198-35 0,60 19 0,-71-22 0,-1 0 0,1 1 0,-1-1 0,0 1 0,0 0 0,0 1 0,-1-1 0,1 1 0,-1 0 0,7 7 0,-11-10 0,1 0 0,-1 0 0,1-1 0,-1 1 0,1 0 0,-1 0 0,0 0 0,0 0 0,1 0 0,-1 0 0,0 0 0,0 0 0,0 0 0,0 0 0,0 0 0,0 0 0,0 0 0,0 0 0,0 0 0,0 0 0,-1 0 0,1-1 0,0 1 0,-1 0 0,1 0 0,-1 0 0,1 0 0,-2 1 0,-22 20 0,24-21 0,-99 68 0,-110 57 0,122-76 0,-1380 850 0,1413-866 0,-81 57 0,119-78 0,0 0 0,1 1 0,0 1 0,1 0 0,-17 25 0,25-30-273,0 0 0,1 1 0,0-1 0,-6 21 0,4-5-6553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5T08:29:05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24575,'5'-4'0,"5"-2"0,5 0 0,10 2 0,13 5 0,9 3 0,13 0 0,15 5 0,16 0 0,23 3 0,27 8 0,21 5 0,16 3 0,6 1 0,-12-5 0,-27-6 0,-37-6-8191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FF286-CE2D-4B5B-824A-F97D937D46B6}" type="datetimeFigureOut">
              <a:rPr lang="fi-FI" smtClean="0"/>
              <a:t>25.6.2024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B9980-F0AF-414A-942A-69CFCEF7A7A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84873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B9980-F0AF-414A-942A-69CFCEF7A7A6}" type="slidenum">
              <a:rPr lang="fi-FI" smtClean="0"/>
              <a:t>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49536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51712-0058-3E7B-807F-A667FAF40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FD89F-9A77-A927-AC63-CC131EFE5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7C9D7-83A2-F837-5A4E-7E191199A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4813-98B3-4035-B760-7D1C52145E96}" type="datetimeFigureOut">
              <a:rPr lang="fi-FI" smtClean="0"/>
              <a:t>25.6.2024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A69A9-F724-879A-0B56-D7AD4B85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C2903-BA89-C412-FC6F-88EBB5A5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3BF-6AEA-4D30-8325-2160FD1C860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3658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5C95C-8098-F20E-2856-FAEFC5891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16A5D-5A70-C4D1-030E-D7832E5FB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A68B8-7AE8-5168-382F-831F45C36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4813-98B3-4035-B760-7D1C52145E96}" type="datetimeFigureOut">
              <a:rPr lang="fi-FI" smtClean="0"/>
              <a:t>25.6.2024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FBD72-8D40-25D6-0A22-DB3273B91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BF9E2-68A6-AE9B-0E01-750C2DCC2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3BF-6AEA-4D30-8325-2160FD1C860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45984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5B12-4E67-698A-CEE2-9174858D4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1B4B7-A936-24BA-CD1C-4D8A56E9D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B3D3A-F6E5-08A2-EB0C-C5ADA037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4813-98B3-4035-B760-7D1C52145E96}" type="datetimeFigureOut">
              <a:rPr lang="fi-FI" smtClean="0"/>
              <a:t>25.6.2024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EEBA6-42B8-1090-CEA5-9D0D621BD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E97A3-3A7E-44B5-A40C-594ADAB2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3BF-6AEA-4D30-8325-2160FD1C860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19156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DB866-1CB2-15A9-4899-90B63826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7B2FC-6E45-13FA-E36E-C80B26ED2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5A6CA-5020-4901-5109-6F1A2CA91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C07E6-CD3F-DEFE-D182-DF23FE9F6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4813-98B3-4035-B760-7D1C52145E96}" type="datetimeFigureOut">
              <a:rPr lang="fi-FI" smtClean="0"/>
              <a:t>25.6.2024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2CA68-7E99-8A17-7564-4B3FBA14E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16273-3AB9-414B-E74B-9D9C2850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3BF-6AEA-4D30-8325-2160FD1C860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13038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7FD0-54DA-EFA1-71A2-8976D57F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B7FE8-7A37-C1A9-E81B-86884730E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AF674-2DED-4636-E7B3-DEA0666D8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C241A1-57CF-E702-B08F-DFF723F87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A5648-FE13-2868-D35F-9BDAFFAFE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E55466-9565-3A9A-442D-F252657F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4813-98B3-4035-B760-7D1C52145E96}" type="datetimeFigureOut">
              <a:rPr lang="fi-FI" smtClean="0"/>
              <a:t>25.6.2024</a:t>
            </a:fld>
            <a:endParaRPr lang="fi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7B4101-A09F-4F69-8BD6-C82FC0076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8B11C9-D1C6-9041-D008-CA204FAD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3BF-6AEA-4D30-8325-2160FD1C860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7345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2D8F5-6CFF-C69F-C3A5-CA65C410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3848D4-E01F-B55F-A426-6A505C68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4813-98B3-4035-B760-7D1C52145E96}" type="datetimeFigureOut">
              <a:rPr lang="fi-FI" smtClean="0"/>
              <a:t>25.6.2024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5EE83F-3D5D-2137-0EB2-9C0347EB6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D6427-AE83-4044-793D-802EBD14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3BF-6AEA-4D30-8325-2160FD1C860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88983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50546D-1977-FB66-6756-F91809964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4813-98B3-4035-B760-7D1C52145E96}" type="datetimeFigureOut">
              <a:rPr lang="fi-FI" smtClean="0"/>
              <a:t>25.6.2024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A2A57-E9F3-0FB8-2D1E-8046A0FB6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F2B2F-540D-19DA-CEAD-3FD4819A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3BF-6AEA-4D30-8325-2160FD1C860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7940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CD9A-D2C1-6301-F7B2-700959938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A20F4-F717-2158-B023-FA5477EA9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DD3FA-2DB9-EF99-5C76-88B48A6CC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B1FDA-319A-6D74-D397-CC02BF58F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4813-98B3-4035-B760-7D1C52145E96}" type="datetimeFigureOut">
              <a:rPr lang="fi-FI" smtClean="0"/>
              <a:t>25.6.2024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AC331-AFDB-A717-215E-1041F09A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FAF68-D807-2ADB-447F-E8BAD19E9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3BF-6AEA-4D30-8325-2160FD1C860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8398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FDE8-AF66-A905-2FF5-402F67427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43863A-1548-CB69-D3E8-EF9E22E26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72611C-82AF-DADF-01DF-F6AA2D2B8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0F9C8-676D-B096-6A8F-913D24242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4813-98B3-4035-B760-7D1C52145E96}" type="datetimeFigureOut">
              <a:rPr lang="fi-FI" smtClean="0"/>
              <a:t>25.6.2024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1D4DC-F8B7-6783-D23B-433529C39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FE03A-7DF3-C317-C87E-72D6F945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3BF-6AEA-4D30-8325-2160FD1C860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70054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BDB3-2CB2-1479-40CF-F449E4C62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14680-9180-7468-1820-306A3575B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67627-ABE0-07A1-32FB-1215CC20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4813-98B3-4035-B760-7D1C52145E96}" type="datetimeFigureOut">
              <a:rPr lang="fi-FI" smtClean="0"/>
              <a:t>25.6.2024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DCD46-720C-1C01-B876-9A0A033D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D8593-C4D1-9FF5-72E9-56560D41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3BF-6AEA-4D30-8325-2160FD1C860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82041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148EFD-1747-D3C8-106C-5627FBD503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7D86E1-8336-09F6-30BF-5306F4134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5D15E-24F6-6432-01A3-9B56D7EB4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4813-98B3-4035-B760-7D1C52145E96}" type="datetimeFigureOut">
              <a:rPr lang="fi-FI" smtClean="0"/>
              <a:t>25.6.2024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82739-BC40-6D65-A298-80F962B2D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93B81-A90C-AC8E-EE48-3F22D194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3BF-6AEA-4D30-8325-2160FD1C860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50877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AC8B95-B6A6-0007-35BC-BDCF19787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FCA57-CAF4-CB1C-7EF5-9D84D4442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F3E87-A8D7-9BFD-A314-01CBB27B29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C4813-98B3-4035-B760-7D1C52145E96}" type="datetimeFigureOut">
              <a:rPr lang="fi-FI" smtClean="0"/>
              <a:t>25.6.2024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3FA49-170C-6D60-89EC-60F62A803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A1B6B-C93C-3CAB-02A4-769AAA5E1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D93BF-6AEA-4D30-8325-2160FD1C860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09377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3.png"/><Relationship Id="rId50" Type="http://schemas.openxmlformats.org/officeDocument/2006/relationships/customXml" Target="../ink/ink24.xml"/><Relationship Id="rId55" Type="http://schemas.openxmlformats.org/officeDocument/2006/relationships/image" Target="../media/image2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7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8.png"/><Relationship Id="rId40" Type="http://schemas.openxmlformats.org/officeDocument/2006/relationships/customXml" Target="../ink/ink19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8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3.png"/><Relationship Id="rId30" Type="http://schemas.openxmlformats.org/officeDocument/2006/relationships/customXml" Target="../ink/ink14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8" Type="http://schemas.openxmlformats.org/officeDocument/2006/relationships/customXml" Target="../ink/ink3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5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29.png"/><Relationship Id="rId20" Type="http://schemas.openxmlformats.org/officeDocument/2006/relationships/customXml" Target="../ink/ink9.xml"/><Relationship Id="rId41" Type="http://schemas.openxmlformats.org/officeDocument/2006/relationships/image" Target="../media/image20.png"/><Relationship Id="rId54" Type="http://schemas.openxmlformats.org/officeDocument/2006/relationships/customXml" Target="../ink/ink2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4.xml"/><Relationship Id="rId31" Type="http://schemas.openxmlformats.org/officeDocument/2006/relationships/image" Target="../media/image15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4" Type="http://schemas.openxmlformats.org/officeDocument/2006/relationships/customXml" Target="../ink/ink1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customXml" Target="../ink/ink35.xml"/><Relationship Id="rId18" Type="http://schemas.openxmlformats.org/officeDocument/2006/relationships/image" Target="../media/image40.png"/><Relationship Id="rId3" Type="http://schemas.openxmlformats.org/officeDocument/2006/relationships/customXml" Target="../ink/ink30.xml"/><Relationship Id="rId7" Type="http://schemas.openxmlformats.org/officeDocument/2006/relationships/customXml" Target="../ink/ink32.xml"/><Relationship Id="rId12" Type="http://schemas.openxmlformats.org/officeDocument/2006/relationships/image" Target="../media/image37.png"/><Relationship Id="rId17" Type="http://schemas.openxmlformats.org/officeDocument/2006/relationships/customXml" Target="../ink/ink37.xml"/><Relationship Id="rId2" Type="http://schemas.openxmlformats.org/officeDocument/2006/relationships/image" Target="../media/image32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customXml" Target="../ink/ink34.xml"/><Relationship Id="rId5" Type="http://schemas.openxmlformats.org/officeDocument/2006/relationships/customXml" Target="../ink/ink31.xml"/><Relationship Id="rId15" Type="http://schemas.openxmlformats.org/officeDocument/2006/relationships/customXml" Target="../ink/ink36.xml"/><Relationship Id="rId10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customXml" Target="../ink/ink33.xml"/><Relationship Id="rId1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.xml"/><Relationship Id="rId13" Type="http://schemas.openxmlformats.org/officeDocument/2006/relationships/image" Target="../media/image47.png"/><Relationship Id="rId18" Type="http://schemas.openxmlformats.org/officeDocument/2006/relationships/customXml" Target="../ink/ink45.xml"/><Relationship Id="rId3" Type="http://schemas.openxmlformats.org/officeDocument/2006/relationships/image" Target="../media/image42.png"/><Relationship Id="rId21" Type="http://schemas.openxmlformats.org/officeDocument/2006/relationships/image" Target="../media/image51.png"/><Relationship Id="rId7" Type="http://schemas.openxmlformats.org/officeDocument/2006/relationships/image" Target="../media/image44.png"/><Relationship Id="rId12" Type="http://schemas.openxmlformats.org/officeDocument/2006/relationships/customXml" Target="../ink/ink42.xml"/><Relationship Id="rId17" Type="http://schemas.openxmlformats.org/officeDocument/2006/relationships/image" Target="../media/image49.png"/><Relationship Id="rId2" Type="http://schemas.openxmlformats.org/officeDocument/2006/relationships/image" Target="../media/image41.png"/><Relationship Id="rId16" Type="http://schemas.openxmlformats.org/officeDocument/2006/relationships/customXml" Target="../ink/ink44.xml"/><Relationship Id="rId20" Type="http://schemas.openxmlformats.org/officeDocument/2006/relationships/customXml" Target="../ink/ink4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.xml"/><Relationship Id="rId11" Type="http://schemas.openxmlformats.org/officeDocument/2006/relationships/image" Target="../media/image46.png"/><Relationship Id="rId5" Type="http://schemas.openxmlformats.org/officeDocument/2006/relationships/image" Target="../media/image43.png"/><Relationship Id="rId15" Type="http://schemas.openxmlformats.org/officeDocument/2006/relationships/image" Target="../media/image48.png"/><Relationship Id="rId10" Type="http://schemas.openxmlformats.org/officeDocument/2006/relationships/customXml" Target="../ink/ink41.xml"/><Relationship Id="rId19" Type="http://schemas.openxmlformats.org/officeDocument/2006/relationships/image" Target="../media/image50.png"/><Relationship Id="rId4" Type="http://schemas.openxmlformats.org/officeDocument/2006/relationships/customXml" Target="../ink/ink38.xml"/><Relationship Id="rId9" Type="http://schemas.openxmlformats.org/officeDocument/2006/relationships/image" Target="../media/image45.png"/><Relationship Id="rId14" Type="http://schemas.openxmlformats.org/officeDocument/2006/relationships/customXml" Target="../ink/ink4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customXml" Target="../ink/ink52.xml"/><Relationship Id="rId3" Type="http://schemas.openxmlformats.org/officeDocument/2006/relationships/customXml" Target="../ink/ink47.xml"/><Relationship Id="rId7" Type="http://schemas.openxmlformats.org/officeDocument/2006/relationships/customXml" Target="../ink/ink49.xml"/><Relationship Id="rId12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customXml" Target="../ink/ink51.xml"/><Relationship Id="rId5" Type="http://schemas.openxmlformats.org/officeDocument/2006/relationships/customXml" Target="../ink/ink48.xml"/><Relationship Id="rId10" Type="http://schemas.openxmlformats.org/officeDocument/2006/relationships/image" Target="../media/image56.png"/><Relationship Id="rId4" Type="http://schemas.openxmlformats.org/officeDocument/2006/relationships/image" Target="../media/image53.png"/><Relationship Id="rId9" Type="http://schemas.openxmlformats.org/officeDocument/2006/relationships/customXml" Target="../ink/ink50.xml"/><Relationship Id="rId14" Type="http://schemas.openxmlformats.org/officeDocument/2006/relationships/image" Target="../media/image5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customXml" Target="../ink/ink53.xml"/><Relationship Id="rId7" Type="http://schemas.openxmlformats.org/officeDocument/2006/relationships/customXml" Target="../ink/ink55.xml"/><Relationship Id="rId12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customXml" Target="../ink/ink57.xml"/><Relationship Id="rId5" Type="http://schemas.openxmlformats.org/officeDocument/2006/relationships/customXml" Target="../ink/ink54.xml"/><Relationship Id="rId10" Type="http://schemas.openxmlformats.org/officeDocument/2006/relationships/image" Target="../media/image63.png"/><Relationship Id="rId4" Type="http://schemas.openxmlformats.org/officeDocument/2006/relationships/image" Target="../media/image60.png"/><Relationship Id="rId9" Type="http://schemas.openxmlformats.org/officeDocument/2006/relationships/customXml" Target="../ink/ink5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customXml" Target="../ink/ink58.xml"/><Relationship Id="rId7" Type="http://schemas.openxmlformats.org/officeDocument/2006/relationships/customXml" Target="../ink/ink60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customXml" Target="../ink/ink59.xml"/><Relationship Id="rId10" Type="http://schemas.openxmlformats.org/officeDocument/2006/relationships/image" Target="../media/image69.png"/><Relationship Id="rId4" Type="http://schemas.openxmlformats.org/officeDocument/2006/relationships/image" Target="../media/image66.png"/><Relationship Id="rId9" Type="http://schemas.openxmlformats.org/officeDocument/2006/relationships/customXml" Target="../ink/ink61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7.xml"/><Relationship Id="rId18" Type="http://schemas.openxmlformats.org/officeDocument/2006/relationships/image" Target="../media/image78.png"/><Relationship Id="rId26" Type="http://schemas.openxmlformats.org/officeDocument/2006/relationships/image" Target="../media/image82.png"/><Relationship Id="rId3" Type="http://schemas.openxmlformats.org/officeDocument/2006/relationships/customXml" Target="../ink/ink62.xml"/><Relationship Id="rId21" Type="http://schemas.openxmlformats.org/officeDocument/2006/relationships/customXml" Target="../ink/ink71.xml"/><Relationship Id="rId34" Type="http://schemas.openxmlformats.org/officeDocument/2006/relationships/image" Target="../media/image86.png"/><Relationship Id="rId7" Type="http://schemas.openxmlformats.org/officeDocument/2006/relationships/customXml" Target="../ink/ink64.xml"/><Relationship Id="rId12" Type="http://schemas.openxmlformats.org/officeDocument/2006/relationships/image" Target="../media/image75.png"/><Relationship Id="rId17" Type="http://schemas.openxmlformats.org/officeDocument/2006/relationships/customXml" Target="../ink/ink69.xml"/><Relationship Id="rId25" Type="http://schemas.openxmlformats.org/officeDocument/2006/relationships/customXml" Target="../ink/ink73.xml"/><Relationship Id="rId33" Type="http://schemas.openxmlformats.org/officeDocument/2006/relationships/customXml" Target="../ink/ink77.xml"/><Relationship Id="rId2" Type="http://schemas.openxmlformats.org/officeDocument/2006/relationships/image" Target="../media/image70.png"/><Relationship Id="rId16" Type="http://schemas.openxmlformats.org/officeDocument/2006/relationships/image" Target="../media/image77.png"/><Relationship Id="rId20" Type="http://schemas.openxmlformats.org/officeDocument/2006/relationships/image" Target="../media/image79.png"/><Relationship Id="rId29" Type="http://schemas.openxmlformats.org/officeDocument/2006/relationships/customXml" Target="../ink/ink7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customXml" Target="../ink/ink66.xml"/><Relationship Id="rId24" Type="http://schemas.openxmlformats.org/officeDocument/2006/relationships/image" Target="../media/image81.png"/><Relationship Id="rId32" Type="http://schemas.openxmlformats.org/officeDocument/2006/relationships/image" Target="../media/image85.png"/><Relationship Id="rId5" Type="http://schemas.openxmlformats.org/officeDocument/2006/relationships/customXml" Target="../ink/ink63.xml"/><Relationship Id="rId15" Type="http://schemas.openxmlformats.org/officeDocument/2006/relationships/customXml" Target="../ink/ink68.xml"/><Relationship Id="rId23" Type="http://schemas.openxmlformats.org/officeDocument/2006/relationships/customXml" Target="../ink/ink72.xml"/><Relationship Id="rId28" Type="http://schemas.openxmlformats.org/officeDocument/2006/relationships/image" Target="../media/image83.png"/><Relationship Id="rId36" Type="http://schemas.openxmlformats.org/officeDocument/2006/relationships/image" Target="../media/image87.png"/><Relationship Id="rId10" Type="http://schemas.openxmlformats.org/officeDocument/2006/relationships/image" Target="../media/image74.png"/><Relationship Id="rId19" Type="http://schemas.openxmlformats.org/officeDocument/2006/relationships/customXml" Target="../ink/ink70.xml"/><Relationship Id="rId31" Type="http://schemas.openxmlformats.org/officeDocument/2006/relationships/customXml" Target="../ink/ink76.xml"/><Relationship Id="rId4" Type="http://schemas.openxmlformats.org/officeDocument/2006/relationships/image" Target="../media/image71.png"/><Relationship Id="rId9" Type="http://schemas.openxmlformats.org/officeDocument/2006/relationships/customXml" Target="../ink/ink65.xml"/><Relationship Id="rId14" Type="http://schemas.openxmlformats.org/officeDocument/2006/relationships/image" Target="../media/image76.png"/><Relationship Id="rId22" Type="http://schemas.openxmlformats.org/officeDocument/2006/relationships/image" Target="../media/image80.png"/><Relationship Id="rId27" Type="http://schemas.openxmlformats.org/officeDocument/2006/relationships/customXml" Target="../ink/ink74.xml"/><Relationship Id="rId30" Type="http://schemas.openxmlformats.org/officeDocument/2006/relationships/image" Target="../media/image84.png"/><Relationship Id="rId35" Type="http://schemas.openxmlformats.org/officeDocument/2006/relationships/customXml" Target="../ink/ink78.xml"/><Relationship Id="rId8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customXml" Target="../ink/ink84.xml"/><Relationship Id="rId18" Type="http://schemas.openxmlformats.org/officeDocument/2006/relationships/image" Target="../media/image96.png"/><Relationship Id="rId3" Type="http://schemas.openxmlformats.org/officeDocument/2006/relationships/customXml" Target="../ink/ink79.xml"/><Relationship Id="rId21" Type="http://schemas.openxmlformats.org/officeDocument/2006/relationships/customXml" Target="../ink/ink88.xml"/><Relationship Id="rId7" Type="http://schemas.openxmlformats.org/officeDocument/2006/relationships/customXml" Target="../ink/ink81.xml"/><Relationship Id="rId12" Type="http://schemas.openxmlformats.org/officeDocument/2006/relationships/image" Target="../media/image93.png"/><Relationship Id="rId17" Type="http://schemas.openxmlformats.org/officeDocument/2006/relationships/customXml" Target="../ink/ink86.xml"/><Relationship Id="rId2" Type="http://schemas.openxmlformats.org/officeDocument/2006/relationships/image" Target="../media/image88.png"/><Relationship Id="rId16" Type="http://schemas.openxmlformats.org/officeDocument/2006/relationships/image" Target="../media/image95.png"/><Relationship Id="rId20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customXml" Target="../ink/ink83.xml"/><Relationship Id="rId24" Type="http://schemas.openxmlformats.org/officeDocument/2006/relationships/image" Target="../media/image99.png"/><Relationship Id="rId5" Type="http://schemas.openxmlformats.org/officeDocument/2006/relationships/customXml" Target="../ink/ink80.xml"/><Relationship Id="rId15" Type="http://schemas.openxmlformats.org/officeDocument/2006/relationships/customXml" Target="../ink/ink85.xml"/><Relationship Id="rId23" Type="http://schemas.openxmlformats.org/officeDocument/2006/relationships/customXml" Target="../ink/ink89.xml"/><Relationship Id="rId10" Type="http://schemas.openxmlformats.org/officeDocument/2006/relationships/image" Target="../media/image92.png"/><Relationship Id="rId19" Type="http://schemas.openxmlformats.org/officeDocument/2006/relationships/customXml" Target="../ink/ink87.xml"/><Relationship Id="rId4" Type="http://schemas.openxmlformats.org/officeDocument/2006/relationships/image" Target="../media/image89.png"/><Relationship Id="rId9" Type="http://schemas.openxmlformats.org/officeDocument/2006/relationships/customXml" Target="../ink/ink82.xml"/><Relationship Id="rId14" Type="http://schemas.openxmlformats.org/officeDocument/2006/relationships/image" Target="../media/image94.png"/><Relationship Id="rId22" Type="http://schemas.openxmlformats.org/officeDocument/2006/relationships/image" Target="../media/image9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customXml" Target="../ink/ink95.xml"/><Relationship Id="rId18" Type="http://schemas.openxmlformats.org/officeDocument/2006/relationships/image" Target="../media/image108.png"/><Relationship Id="rId3" Type="http://schemas.openxmlformats.org/officeDocument/2006/relationships/customXml" Target="../ink/ink90.xml"/><Relationship Id="rId7" Type="http://schemas.openxmlformats.org/officeDocument/2006/relationships/customXml" Target="../ink/ink92.xml"/><Relationship Id="rId12" Type="http://schemas.openxmlformats.org/officeDocument/2006/relationships/image" Target="../media/image105.png"/><Relationship Id="rId17" Type="http://schemas.openxmlformats.org/officeDocument/2006/relationships/customXml" Target="../ink/ink97.xml"/><Relationship Id="rId2" Type="http://schemas.openxmlformats.org/officeDocument/2006/relationships/image" Target="../media/image100.png"/><Relationship Id="rId16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11" Type="http://schemas.openxmlformats.org/officeDocument/2006/relationships/customXml" Target="../ink/ink94.xml"/><Relationship Id="rId5" Type="http://schemas.openxmlformats.org/officeDocument/2006/relationships/customXml" Target="../ink/ink91.xml"/><Relationship Id="rId15" Type="http://schemas.openxmlformats.org/officeDocument/2006/relationships/customXml" Target="../ink/ink96.xml"/><Relationship Id="rId10" Type="http://schemas.openxmlformats.org/officeDocument/2006/relationships/image" Target="../media/image104.png"/><Relationship Id="rId4" Type="http://schemas.openxmlformats.org/officeDocument/2006/relationships/image" Target="../media/image101.png"/><Relationship Id="rId9" Type="http://schemas.openxmlformats.org/officeDocument/2006/relationships/customXml" Target="../ink/ink93.xml"/><Relationship Id="rId14" Type="http://schemas.openxmlformats.org/officeDocument/2006/relationships/image" Target="../media/image10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customXml" Target="../ink/ink103.xml"/><Relationship Id="rId18" Type="http://schemas.openxmlformats.org/officeDocument/2006/relationships/image" Target="../media/image117.png"/><Relationship Id="rId3" Type="http://schemas.openxmlformats.org/officeDocument/2006/relationships/customXml" Target="../ink/ink98.xml"/><Relationship Id="rId7" Type="http://schemas.openxmlformats.org/officeDocument/2006/relationships/customXml" Target="../ink/ink100.xml"/><Relationship Id="rId12" Type="http://schemas.openxmlformats.org/officeDocument/2006/relationships/image" Target="../media/image114.png"/><Relationship Id="rId17" Type="http://schemas.openxmlformats.org/officeDocument/2006/relationships/customXml" Target="../ink/ink105.xml"/><Relationship Id="rId2" Type="http://schemas.openxmlformats.org/officeDocument/2006/relationships/image" Target="../media/image109.png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11" Type="http://schemas.openxmlformats.org/officeDocument/2006/relationships/customXml" Target="../ink/ink102.xml"/><Relationship Id="rId5" Type="http://schemas.openxmlformats.org/officeDocument/2006/relationships/customXml" Target="../ink/ink99.xml"/><Relationship Id="rId15" Type="http://schemas.openxmlformats.org/officeDocument/2006/relationships/customXml" Target="../ink/ink104.xml"/><Relationship Id="rId10" Type="http://schemas.openxmlformats.org/officeDocument/2006/relationships/image" Target="../media/image113.png"/><Relationship Id="rId4" Type="http://schemas.openxmlformats.org/officeDocument/2006/relationships/image" Target="../media/image110.png"/><Relationship Id="rId9" Type="http://schemas.openxmlformats.org/officeDocument/2006/relationships/customXml" Target="../ink/ink101.xml"/><Relationship Id="rId14" Type="http://schemas.openxmlformats.org/officeDocument/2006/relationships/image" Target="../media/image1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6.xml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customXml" Target="../ink/ink107.xml"/><Relationship Id="rId4" Type="http://schemas.openxmlformats.org/officeDocument/2006/relationships/image" Target="../media/image1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eg"/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DCA59E-6459-5508-BB19-FE4F2AC01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09" y="0"/>
            <a:ext cx="10638381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8EF9E5A-7C44-B86C-06D9-E44A9B5ECF1A}"/>
                  </a:ext>
                </a:extLst>
              </p14:cNvPr>
              <p14:cNvContentPartPr/>
              <p14:nvPr/>
            </p14:nvContentPartPr>
            <p14:xfrm>
              <a:off x="2447604" y="4590942"/>
              <a:ext cx="165600" cy="386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8EF9E5A-7C44-B86C-06D9-E44A9B5ECF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41484" y="4584822"/>
                <a:ext cx="17784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7AA835B-A574-282C-79FE-8D138074F1DF}"/>
                  </a:ext>
                </a:extLst>
              </p14:cNvPr>
              <p14:cNvContentPartPr/>
              <p14:nvPr/>
            </p14:nvContentPartPr>
            <p14:xfrm>
              <a:off x="3953124" y="2132502"/>
              <a:ext cx="212760" cy="303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7AA835B-A574-282C-79FE-8D138074F1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47004" y="2126382"/>
                <a:ext cx="22500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1A44D9F-6D1A-AB60-4398-EC25049A823D}"/>
                  </a:ext>
                </a:extLst>
              </p14:cNvPr>
              <p14:cNvContentPartPr/>
              <p14:nvPr/>
            </p14:nvContentPartPr>
            <p14:xfrm>
              <a:off x="5422644" y="2151582"/>
              <a:ext cx="213480" cy="288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1A44D9F-6D1A-AB60-4398-EC25049A82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16524" y="2145462"/>
                <a:ext cx="22572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0DB73A9-0BC0-27DD-EF47-7B36DA15C93C}"/>
                  </a:ext>
                </a:extLst>
              </p14:cNvPr>
              <p14:cNvContentPartPr/>
              <p14:nvPr/>
            </p14:nvContentPartPr>
            <p14:xfrm>
              <a:off x="5373684" y="4257942"/>
              <a:ext cx="169560" cy="3790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0DB73A9-0BC0-27DD-EF47-7B36DA15C93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67564" y="4251822"/>
                <a:ext cx="181800" cy="39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B468BD0B-60DA-3CCC-08F6-00EDA47406E6}"/>
              </a:ext>
            </a:extLst>
          </p:cNvPr>
          <p:cNvGrpSpPr/>
          <p:nvPr/>
        </p:nvGrpSpPr>
        <p:grpSpPr>
          <a:xfrm>
            <a:off x="7733124" y="4368462"/>
            <a:ext cx="391320" cy="343800"/>
            <a:chOff x="7733124" y="4368462"/>
            <a:chExt cx="39132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1F8F824-AFE5-F8A7-C084-8F3F1066A4BE}"/>
                    </a:ext>
                  </a:extLst>
                </p14:cNvPr>
                <p14:cNvContentPartPr/>
                <p14:nvPr/>
              </p14:nvContentPartPr>
              <p14:xfrm>
                <a:off x="7733124" y="4442622"/>
                <a:ext cx="346680" cy="269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1F8F824-AFE5-F8A7-C084-8F3F1066A4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727004" y="4436502"/>
                  <a:ext cx="3589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D8745CF-4BA1-5673-2FE9-9D27E17DA4FB}"/>
                    </a:ext>
                  </a:extLst>
                </p14:cNvPr>
                <p14:cNvContentPartPr/>
                <p14:nvPr/>
              </p14:nvContentPartPr>
              <p14:xfrm>
                <a:off x="7885764" y="4368462"/>
                <a:ext cx="238680" cy="27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D8745CF-4BA1-5673-2FE9-9D27E17DA4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79644" y="4362342"/>
                  <a:ext cx="25092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9D80D94-90D1-2C16-C9FA-C804B14E7962}"/>
                  </a:ext>
                </a:extLst>
              </p14:cNvPr>
              <p14:cNvContentPartPr/>
              <p14:nvPr/>
            </p14:nvContentPartPr>
            <p14:xfrm>
              <a:off x="8124084" y="2604462"/>
              <a:ext cx="129240" cy="3722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9D80D94-90D1-2C16-C9FA-C804B14E796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117964" y="2598342"/>
                <a:ext cx="141480" cy="38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D2180CA2-447B-FC36-943D-929FF30AAE88}"/>
              </a:ext>
            </a:extLst>
          </p:cNvPr>
          <p:cNvGrpSpPr/>
          <p:nvPr/>
        </p:nvGrpSpPr>
        <p:grpSpPr>
          <a:xfrm>
            <a:off x="7739964" y="1059702"/>
            <a:ext cx="276840" cy="277200"/>
            <a:chOff x="7739964" y="1059702"/>
            <a:chExt cx="276840" cy="27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18640AE-FD18-B4FC-3461-4EE5A078E37E}"/>
                    </a:ext>
                  </a:extLst>
                </p14:cNvPr>
                <p14:cNvContentPartPr/>
                <p14:nvPr/>
              </p14:nvContentPartPr>
              <p14:xfrm>
                <a:off x="7786404" y="1059702"/>
                <a:ext cx="199800" cy="277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18640AE-FD18-B4FC-3461-4EE5A078E37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80284" y="1053582"/>
                  <a:ext cx="212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4E22DA8-1A68-5CD3-DD17-26A59DD81046}"/>
                    </a:ext>
                  </a:extLst>
                </p14:cNvPr>
                <p14:cNvContentPartPr/>
                <p14:nvPr/>
              </p14:nvContentPartPr>
              <p14:xfrm>
                <a:off x="7739964" y="1209822"/>
                <a:ext cx="276840" cy="92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4E22DA8-1A68-5CD3-DD17-26A59DD8104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733844" y="1203702"/>
                  <a:ext cx="289080" cy="104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9AAE0DA-F503-4ECF-1EF1-B0386AE51543}"/>
              </a:ext>
            </a:extLst>
          </p:cNvPr>
          <p:cNvSpPr txBox="1"/>
          <p:nvPr/>
        </p:nvSpPr>
        <p:spPr>
          <a:xfrm>
            <a:off x="1739355" y="1648549"/>
            <a:ext cx="2115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Hallways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doors</a:t>
            </a:r>
            <a:r>
              <a:rPr lang="fi-FI" dirty="0"/>
              <a:t> at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end</a:t>
            </a:r>
            <a:endParaRPr lang="fi-FI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2ED4B82-5E84-D088-F6A5-CAD9680A2C3C}"/>
                  </a:ext>
                </a:extLst>
              </p14:cNvPr>
              <p14:cNvContentPartPr/>
              <p14:nvPr/>
            </p14:nvContentPartPr>
            <p14:xfrm>
              <a:off x="1756892" y="2492160"/>
              <a:ext cx="7998480" cy="19573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2ED4B82-5E84-D088-F6A5-CAD9680A2C3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702892" y="2384160"/>
                <a:ext cx="8106120" cy="21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4663AA0-BDDB-5ECC-47F3-5369513D6011}"/>
                  </a:ext>
                </a:extLst>
              </p14:cNvPr>
              <p14:cNvContentPartPr/>
              <p14:nvPr/>
            </p14:nvContentPartPr>
            <p14:xfrm>
              <a:off x="3479132" y="3530760"/>
              <a:ext cx="3118680" cy="9619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4663AA0-BDDB-5ECC-47F3-5369513D601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25492" y="3423120"/>
                <a:ext cx="3226320" cy="11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DC3564B-1472-F825-D777-33F4F7C5F6CF}"/>
                  </a:ext>
                </a:extLst>
              </p14:cNvPr>
              <p14:cNvContentPartPr/>
              <p14:nvPr/>
            </p14:nvContentPartPr>
            <p14:xfrm>
              <a:off x="5235212" y="3065640"/>
              <a:ext cx="289440" cy="2700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DC3564B-1472-F825-D777-33F4F7C5F6C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181212" y="2957640"/>
                <a:ext cx="39708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E3C44EF-FC52-D781-4C15-9530120B6BB6}"/>
                  </a:ext>
                </a:extLst>
              </p14:cNvPr>
              <p14:cNvContentPartPr/>
              <p14:nvPr/>
            </p14:nvContentPartPr>
            <p14:xfrm>
              <a:off x="7754132" y="3010200"/>
              <a:ext cx="217080" cy="3164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E3C44EF-FC52-D781-4C15-9530120B6BB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00492" y="2902200"/>
                <a:ext cx="324720" cy="53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3D3E5EB-CEE8-E4E9-2B59-3366DF033C02}"/>
                  </a:ext>
                </a:extLst>
              </p14:cNvPr>
              <p14:cNvContentPartPr/>
              <p14:nvPr/>
            </p14:nvContentPartPr>
            <p14:xfrm>
              <a:off x="7601132" y="2014080"/>
              <a:ext cx="373320" cy="5299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3D3E5EB-CEE8-E4E9-2B59-3366DF033C0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547132" y="1906440"/>
                <a:ext cx="480960" cy="74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5786DCE-75F5-9A83-F476-4DE84BA16F4D}"/>
                  </a:ext>
                </a:extLst>
              </p14:cNvPr>
              <p14:cNvContentPartPr/>
              <p14:nvPr/>
            </p14:nvContentPartPr>
            <p14:xfrm>
              <a:off x="6831092" y="3625440"/>
              <a:ext cx="1246680" cy="8395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5786DCE-75F5-9A83-F476-4DE84BA16F4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777092" y="3517800"/>
                <a:ext cx="1354320" cy="105516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587F0036-28DB-EDD4-6E40-300AD780DED6}"/>
              </a:ext>
            </a:extLst>
          </p:cNvPr>
          <p:cNvSpPr txBox="1"/>
          <p:nvPr/>
        </p:nvSpPr>
        <p:spPr>
          <a:xfrm>
            <a:off x="5019540" y="4727675"/>
            <a:ext cx="1652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Caffeteria</a:t>
            </a:r>
            <a:endParaRPr lang="fi-FI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D7B1DC-4946-BD5F-E95F-03BDBFA1B519}"/>
              </a:ext>
            </a:extLst>
          </p:cNvPr>
          <p:cNvSpPr txBox="1"/>
          <p:nvPr/>
        </p:nvSpPr>
        <p:spPr>
          <a:xfrm>
            <a:off x="2886635" y="5798298"/>
            <a:ext cx="1823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Catwalk</a:t>
            </a:r>
            <a:r>
              <a:rPr lang="fi-FI" dirty="0"/>
              <a:t>/lookout </a:t>
            </a:r>
            <a:r>
              <a:rPr lang="fi-FI" dirty="0" err="1"/>
              <a:t>room</a:t>
            </a:r>
            <a:r>
              <a:rPr lang="fi-FI" dirty="0"/>
              <a:t> </a:t>
            </a:r>
            <a:r>
              <a:rPr lang="fi-FI" dirty="0" err="1"/>
              <a:t>here</a:t>
            </a:r>
            <a:r>
              <a:rPr lang="fi-FI" dirty="0"/>
              <a:t>?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21AEE3F-D076-4655-9AE8-5B27B3F2F26A}"/>
              </a:ext>
            </a:extLst>
          </p:cNvPr>
          <p:cNvGrpSpPr/>
          <p:nvPr/>
        </p:nvGrpSpPr>
        <p:grpSpPr>
          <a:xfrm>
            <a:off x="3709892" y="3419880"/>
            <a:ext cx="808920" cy="2407680"/>
            <a:chOff x="3709892" y="3419880"/>
            <a:chExt cx="808920" cy="240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22EA630-8E4C-8942-4BF8-6B704BB4FC65}"/>
                    </a:ext>
                  </a:extLst>
                </p14:cNvPr>
                <p14:cNvContentPartPr/>
                <p14:nvPr/>
              </p14:nvContentPartPr>
              <p14:xfrm>
                <a:off x="3709892" y="3419880"/>
                <a:ext cx="808920" cy="1407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22EA630-8E4C-8942-4BF8-6B704BB4FC6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03772" y="3413760"/>
                  <a:ext cx="821160" cy="14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8001BE9-DC3C-DB3E-A68C-72942DFE2270}"/>
                    </a:ext>
                  </a:extLst>
                </p14:cNvPr>
                <p14:cNvContentPartPr/>
                <p14:nvPr/>
              </p14:nvContentPartPr>
              <p14:xfrm>
                <a:off x="3773972" y="5066520"/>
                <a:ext cx="135360" cy="761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8001BE9-DC3C-DB3E-A68C-72942DFE227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67852" y="5060400"/>
                  <a:ext cx="147600" cy="7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BC2D5B8-842C-A007-BF9D-1A768E6AAD9D}"/>
                    </a:ext>
                  </a:extLst>
                </p14:cNvPr>
                <p14:cNvContentPartPr/>
                <p14:nvPr/>
              </p14:nvContentPartPr>
              <p14:xfrm>
                <a:off x="3854612" y="5024400"/>
                <a:ext cx="129240" cy="146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BC2D5B8-842C-A007-BF9D-1A768E6AAD9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48492" y="5018280"/>
                  <a:ext cx="141480" cy="158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4E22C4E-1165-54B3-DC4A-3A421E786106}"/>
              </a:ext>
            </a:extLst>
          </p:cNvPr>
          <p:cNvSpPr txBox="1"/>
          <p:nvPr/>
        </p:nvSpPr>
        <p:spPr>
          <a:xfrm>
            <a:off x="7184873" y="4890398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Kitchen</a:t>
            </a:r>
            <a:endParaRPr lang="fi-FI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C5F581-C491-9A4A-823A-F93DBF93A273}"/>
              </a:ext>
            </a:extLst>
          </p:cNvPr>
          <p:cNvSpPr txBox="1"/>
          <p:nvPr/>
        </p:nvSpPr>
        <p:spPr>
          <a:xfrm>
            <a:off x="8776532" y="5558118"/>
            <a:ext cx="1622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Storage (</a:t>
            </a:r>
            <a:r>
              <a:rPr lang="fi-FI" dirty="0" err="1"/>
              <a:t>Enemy</a:t>
            </a:r>
            <a:r>
              <a:rPr lang="fi-FI" dirty="0"/>
              <a:t> </a:t>
            </a:r>
            <a:r>
              <a:rPr lang="fi-FI" dirty="0" err="1"/>
              <a:t>spawnpoint</a:t>
            </a:r>
            <a:r>
              <a:rPr lang="fi-FI" dirty="0"/>
              <a:t>)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A71E270-2984-A600-31D8-236881353164}"/>
              </a:ext>
            </a:extLst>
          </p:cNvPr>
          <p:cNvGrpSpPr/>
          <p:nvPr/>
        </p:nvGrpSpPr>
        <p:grpSpPr>
          <a:xfrm>
            <a:off x="8211332" y="3564240"/>
            <a:ext cx="1166040" cy="2048040"/>
            <a:chOff x="8211332" y="3564240"/>
            <a:chExt cx="1166040" cy="204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1BC8CF9-CB6F-7C95-3404-A3EBDBF13A35}"/>
                    </a:ext>
                  </a:extLst>
                </p14:cNvPr>
                <p14:cNvContentPartPr/>
                <p14:nvPr/>
              </p14:nvContentPartPr>
              <p14:xfrm>
                <a:off x="8211332" y="3564240"/>
                <a:ext cx="565200" cy="1118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1BC8CF9-CB6F-7C95-3404-A3EBDBF13A3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05212" y="3558120"/>
                  <a:ext cx="577440" cy="11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DF7483F-CCF9-D1F4-B948-A9C17A251D49}"/>
                    </a:ext>
                  </a:extLst>
                </p14:cNvPr>
                <p14:cNvContentPartPr/>
                <p14:nvPr/>
              </p14:nvContentPartPr>
              <p14:xfrm>
                <a:off x="8837012" y="4717680"/>
                <a:ext cx="540360" cy="894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DF7483F-CCF9-D1F4-B948-A9C17A251D4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830892" y="4711560"/>
                  <a:ext cx="552600" cy="90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47BC348-FB73-A0EF-5A43-6C0776B6F285}"/>
                    </a:ext>
                  </a:extLst>
                </p14:cNvPr>
                <p14:cNvContentPartPr/>
                <p14:nvPr/>
              </p14:nvContentPartPr>
              <p14:xfrm>
                <a:off x="8731532" y="4595280"/>
                <a:ext cx="271800" cy="191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47BC348-FB73-A0EF-5A43-6C0776B6F28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25412" y="4589160"/>
                  <a:ext cx="284040" cy="204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EB5C5D2E-FDEE-4FB7-D90B-092978C409A0}"/>
              </a:ext>
            </a:extLst>
          </p:cNvPr>
          <p:cNvSpPr txBox="1"/>
          <p:nvPr/>
        </p:nvSpPr>
        <p:spPr>
          <a:xfrm>
            <a:off x="772365" y="4965772"/>
            <a:ext cx="12281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Broken</a:t>
            </a:r>
            <a:r>
              <a:rPr lang="fi-FI" dirty="0"/>
              <a:t> </a:t>
            </a:r>
            <a:r>
              <a:rPr lang="fi-FI" dirty="0" err="1"/>
              <a:t>wall</a:t>
            </a:r>
            <a:r>
              <a:rPr lang="fi-FI" dirty="0"/>
              <a:t> to </a:t>
            </a:r>
            <a:r>
              <a:rPr lang="fi-FI" dirty="0" err="1"/>
              <a:t>another</a:t>
            </a:r>
            <a:r>
              <a:rPr lang="fi-FI" dirty="0"/>
              <a:t> </a:t>
            </a:r>
            <a:r>
              <a:rPr lang="fi-FI" dirty="0" err="1"/>
              <a:t>room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enemies</a:t>
            </a:r>
            <a:r>
              <a:rPr lang="fi-FI" dirty="0"/>
              <a:t>?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11175F1-00B9-4030-63D4-021E3209CA43}"/>
              </a:ext>
            </a:extLst>
          </p:cNvPr>
          <p:cNvGrpSpPr/>
          <p:nvPr/>
        </p:nvGrpSpPr>
        <p:grpSpPr>
          <a:xfrm>
            <a:off x="2488052" y="3505560"/>
            <a:ext cx="546480" cy="290520"/>
            <a:chOff x="2488052" y="3505560"/>
            <a:chExt cx="546480" cy="2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23ED84-48CF-646F-ADB2-EDE64F6BF39E}"/>
                    </a:ext>
                  </a:extLst>
                </p14:cNvPr>
                <p14:cNvContentPartPr/>
                <p14:nvPr/>
              </p14:nvContentPartPr>
              <p14:xfrm>
                <a:off x="2541692" y="3505560"/>
                <a:ext cx="492840" cy="52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23ED84-48CF-646F-ADB2-EDE64F6BF39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35572" y="3499440"/>
                  <a:ext cx="505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F4FD1C8-C88D-2B9D-51F6-E0E8E8FF299A}"/>
                    </a:ext>
                  </a:extLst>
                </p14:cNvPr>
                <p14:cNvContentPartPr/>
                <p14:nvPr/>
              </p14:nvContentPartPr>
              <p14:xfrm>
                <a:off x="2488052" y="3718320"/>
                <a:ext cx="375480" cy="77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F4FD1C8-C88D-2B9D-51F6-E0E8E8FF299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481932" y="3712200"/>
                  <a:ext cx="38772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DD7E21E-91BB-285F-09DE-EAFCCFE8A62C}"/>
              </a:ext>
            </a:extLst>
          </p:cNvPr>
          <p:cNvGrpSpPr/>
          <p:nvPr/>
        </p:nvGrpSpPr>
        <p:grpSpPr>
          <a:xfrm>
            <a:off x="1201052" y="3583680"/>
            <a:ext cx="1252800" cy="1383120"/>
            <a:chOff x="1201052" y="3583680"/>
            <a:chExt cx="1252800" cy="138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D922AF1-B55D-D1EA-E0F0-993F7C8BBC9A}"/>
                    </a:ext>
                  </a:extLst>
                </p14:cNvPr>
                <p14:cNvContentPartPr/>
                <p14:nvPr/>
              </p14:nvContentPartPr>
              <p14:xfrm>
                <a:off x="1201052" y="3701760"/>
                <a:ext cx="1019160" cy="1265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D922AF1-B55D-D1EA-E0F0-993F7C8BBC9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94932" y="3695640"/>
                  <a:ext cx="1031400" cy="12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89674FE-CF33-E614-5430-A966BCB561F2}"/>
                    </a:ext>
                  </a:extLst>
                </p14:cNvPr>
                <p14:cNvContentPartPr/>
                <p14:nvPr/>
              </p14:nvContentPartPr>
              <p14:xfrm>
                <a:off x="2201132" y="3583680"/>
                <a:ext cx="252720" cy="218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89674FE-CF33-E614-5430-A966BCB561F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95012" y="3577560"/>
                  <a:ext cx="264960" cy="23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D8B7816-5125-9757-030A-B82CB6F8BC5F}"/>
                  </a:ext>
                </a:extLst>
              </p14:cNvPr>
              <p14:cNvContentPartPr/>
              <p14:nvPr/>
            </p14:nvContentPartPr>
            <p14:xfrm>
              <a:off x="7237172" y="5088120"/>
              <a:ext cx="893880" cy="39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D8B7816-5125-9757-030A-B82CB6F8BC5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183532" y="4980480"/>
                <a:ext cx="10015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DD4FF34-4CA2-89EA-2678-2BDDA488281D}"/>
                  </a:ext>
                </a:extLst>
              </p14:cNvPr>
              <p14:cNvContentPartPr/>
              <p14:nvPr/>
            </p14:nvContentPartPr>
            <p14:xfrm>
              <a:off x="1865612" y="1992480"/>
              <a:ext cx="1612800" cy="1332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DD4FF34-4CA2-89EA-2678-2BDDA488281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811972" y="1884840"/>
                <a:ext cx="172044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B1FAEF7-D799-BFA5-0B3A-71A15C6F375A}"/>
                  </a:ext>
                </a:extLst>
              </p14:cNvPr>
              <p14:cNvContentPartPr/>
              <p14:nvPr/>
            </p14:nvContentPartPr>
            <p14:xfrm>
              <a:off x="1792532" y="1836600"/>
              <a:ext cx="1345320" cy="108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B1FAEF7-D799-BFA5-0B3A-71A15C6F375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738892" y="1728960"/>
                <a:ext cx="14529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5FA0DF3-40DB-C27D-E642-CA2E83A4D44F}"/>
                  </a:ext>
                </a:extLst>
              </p14:cNvPr>
              <p14:cNvContentPartPr/>
              <p14:nvPr/>
            </p14:nvContentPartPr>
            <p14:xfrm>
              <a:off x="5073932" y="4865640"/>
              <a:ext cx="1092960" cy="1051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5FA0DF3-40DB-C27D-E642-CA2E83A4D44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019932" y="4758000"/>
                <a:ext cx="1200600" cy="32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5503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kesteven county asylum | Avengers wallpaper, Blueprints, D d maps">
            <a:extLst>
              <a:ext uri="{FF2B5EF4-FFF2-40B4-BE49-F238E27FC236}">
                <a16:creationId xmlns:a16="http://schemas.microsoft.com/office/drawing/2014/main" id="{D004BF50-34D0-E1A8-1F28-C80030046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657350"/>
            <a:ext cx="70104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229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44E82A-E1CE-C4CB-3366-151D394ED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71" y="0"/>
            <a:ext cx="11729258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6692273-050E-8CB0-BA16-E26A5DBB157C}"/>
                  </a:ext>
                </a:extLst>
              </p14:cNvPr>
              <p14:cNvContentPartPr/>
              <p14:nvPr/>
            </p14:nvContentPartPr>
            <p14:xfrm>
              <a:off x="9236124" y="5520102"/>
              <a:ext cx="703080" cy="1127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6692273-050E-8CB0-BA16-E26A5DBB15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30004" y="5513982"/>
                <a:ext cx="715320" cy="11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29DE3A-51B6-9207-61F7-2A259037E5D4}"/>
                  </a:ext>
                </a:extLst>
              </p14:cNvPr>
              <p14:cNvContentPartPr/>
              <p14:nvPr/>
            </p14:nvContentPartPr>
            <p14:xfrm>
              <a:off x="5380524" y="2000742"/>
              <a:ext cx="375480" cy="538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29DE3A-51B6-9207-61F7-2A259037E5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74404" y="1994622"/>
                <a:ext cx="387720" cy="55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5C7DDC7-0324-EDA8-9FD4-A68A9DC2077B}"/>
                  </a:ext>
                </a:extLst>
              </p14:cNvPr>
              <p14:cNvContentPartPr/>
              <p14:nvPr/>
            </p14:nvContentPartPr>
            <p14:xfrm>
              <a:off x="6473844" y="2002902"/>
              <a:ext cx="260640" cy="522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5C7DDC7-0324-EDA8-9FD4-A68A9DC207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7724" y="1996782"/>
                <a:ext cx="272880" cy="53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EA278D18-99CB-ADEC-7A02-F4E710719313}"/>
              </a:ext>
            </a:extLst>
          </p:cNvPr>
          <p:cNvGrpSpPr/>
          <p:nvPr/>
        </p:nvGrpSpPr>
        <p:grpSpPr>
          <a:xfrm>
            <a:off x="2342124" y="2228622"/>
            <a:ext cx="624960" cy="1150200"/>
            <a:chOff x="2342124" y="2228622"/>
            <a:chExt cx="624960" cy="11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4E2F315-B454-D169-9880-430C12E09174}"/>
                    </a:ext>
                  </a:extLst>
                </p14:cNvPr>
                <p14:cNvContentPartPr/>
                <p14:nvPr/>
              </p14:nvContentPartPr>
              <p14:xfrm>
                <a:off x="2342124" y="2228622"/>
                <a:ext cx="624960" cy="1150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4E2F315-B454-D169-9880-430C12E0917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36004" y="2222502"/>
                  <a:ext cx="637200" cy="11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4F2A32-31D6-DF33-5DFD-D86E294630DA}"/>
                    </a:ext>
                  </a:extLst>
                </p14:cNvPr>
                <p14:cNvContentPartPr/>
                <p14:nvPr/>
              </p14:nvContentPartPr>
              <p14:xfrm>
                <a:off x="2604204" y="2454702"/>
                <a:ext cx="179280" cy="351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4F2A32-31D6-DF33-5DFD-D86E294630D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98084" y="2448582"/>
                  <a:ext cx="1915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3BC1D8C-0258-176B-58B1-1A36C6D9987B}"/>
                    </a:ext>
                  </a:extLst>
                </p14:cNvPr>
                <p14:cNvContentPartPr/>
                <p14:nvPr/>
              </p14:nvContentPartPr>
              <p14:xfrm>
                <a:off x="2632284" y="3010902"/>
                <a:ext cx="1800" cy="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3BC1D8C-0258-176B-58B1-1A36C6D9987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26164" y="3004782"/>
                  <a:ext cx="1404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B33CB4-A608-CF74-D72B-29497938F2D2}"/>
              </a:ext>
            </a:extLst>
          </p:cNvPr>
          <p:cNvGrpSpPr/>
          <p:nvPr/>
        </p:nvGrpSpPr>
        <p:grpSpPr>
          <a:xfrm>
            <a:off x="5674412" y="3217920"/>
            <a:ext cx="163800" cy="1667880"/>
            <a:chOff x="5674412" y="3217920"/>
            <a:chExt cx="163800" cy="166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E482815-93FF-E698-B237-4160528756B5}"/>
                    </a:ext>
                  </a:extLst>
                </p14:cNvPr>
                <p14:cNvContentPartPr/>
                <p14:nvPr/>
              </p14:nvContentPartPr>
              <p14:xfrm>
                <a:off x="5737412" y="3402960"/>
                <a:ext cx="46440" cy="1482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E482815-93FF-E698-B237-4160528756B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31292" y="3396840"/>
                  <a:ext cx="58680" cy="14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998A9DC-EE25-749A-68F0-1599295B0F7D}"/>
                    </a:ext>
                  </a:extLst>
                </p14:cNvPr>
                <p14:cNvContentPartPr/>
                <p14:nvPr/>
              </p14:nvContentPartPr>
              <p14:xfrm>
                <a:off x="5674412" y="3217920"/>
                <a:ext cx="163800" cy="278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998A9DC-EE25-749A-68F0-1599295B0F7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668292" y="3211800"/>
                  <a:ext cx="176040" cy="29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31931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CA612E-1D18-5716-B5CB-0CF570D7D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3" y="0"/>
            <a:ext cx="6520873" cy="3894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2772ED-9119-D93C-BDFE-22858E79F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655" y="2164749"/>
            <a:ext cx="8063345" cy="46932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0B4C557-191D-1835-A9A1-B92D7113956E}"/>
                  </a:ext>
                </a:extLst>
              </p14:cNvPr>
              <p14:cNvContentPartPr/>
              <p14:nvPr/>
            </p14:nvContentPartPr>
            <p14:xfrm>
              <a:off x="1484964" y="72582"/>
              <a:ext cx="707760" cy="622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0B4C557-191D-1835-A9A1-B92D711395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78844" y="66462"/>
                <a:ext cx="720000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F55EA98-469F-1FF1-28DF-566C916DD0C5}"/>
                  </a:ext>
                </a:extLst>
              </p14:cNvPr>
              <p14:cNvContentPartPr/>
              <p14:nvPr/>
            </p14:nvContentPartPr>
            <p14:xfrm>
              <a:off x="4872924" y="117942"/>
              <a:ext cx="462240" cy="577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F55EA98-469F-1FF1-28DF-566C916DD0C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66804" y="111822"/>
                <a:ext cx="474480" cy="58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530A1FE-3034-C102-22A3-2C1426C3CFEF}"/>
                  </a:ext>
                </a:extLst>
              </p14:cNvPr>
              <p14:cNvContentPartPr/>
              <p14:nvPr/>
            </p14:nvContentPartPr>
            <p14:xfrm>
              <a:off x="8486604" y="3659982"/>
              <a:ext cx="448560" cy="597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530A1FE-3034-C102-22A3-2C1426C3CFE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80484" y="3653862"/>
                <a:ext cx="460800" cy="60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CE5A2CB-3F54-6E54-A5DD-F447D23A9CE9}"/>
                  </a:ext>
                </a:extLst>
              </p14:cNvPr>
              <p14:cNvContentPartPr/>
              <p14:nvPr/>
            </p14:nvContentPartPr>
            <p14:xfrm>
              <a:off x="7680924" y="3765462"/>
              <a:ext cx="714960" cy="291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CE5A2CB-3F54-6E54-A5DD-F447D23A9CE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74804" y="3759342"/>
                <a:ext cx="72720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1DA435C-17A2-4BF7-6B58-200118894D44}"/>
                  </a:ext>
                </a:extLst>
              </p14:cNvPr>
              <p14:cNvContentPartPr/>
              <p14:nvPr/>
            </p14:nvContentPartPr>
            <p14:xfrm>
              <a:off x="10954404" y="5705502"/>
              <a:ext cx="785520" cy="798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1DA435C-17A2-4BF7-6B58-200118894D4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948284" y="5699382"/>
                <a:ext cx="797760" cy="81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78CFEF84-51BF-3D38-007A-55677C9DC199}"/>
              </a:ext>
            </a:extLst>
          </p:cNvPr>
          <p:cNvGrpSpPr/>
          <p:nvPr/>
        </p:nvGrpSpPr>
        <p:grpSpPr>
          <a:xfrm>
            <a:off x="2007812" y="994920"/>
            <a:ext cx="602280" cy="1008000"/>
            <a:chOff x="2007812" y="994920"/>
            <a:chExt cx="602280" cy="100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F9F2185-66A3-1B6B-DE7D-4D54B5BB30FD}"/>
                    </a:ext>
                  </a:extLst>
                </p14:cNvPr>
                <p14:cNvContentPartPr/>
                <p14:nvPr/>
              </p14:nvContentPartPr>
              <p14:xfrm>
                <a:off x="2007812" y="994920"/>
                <a:ext cx="280080" cy="631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F9F2185-66A3-1B6B-DE7D-4D54B5BB30F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01692" y="988800"/>
                  <a:ext cx="292320" cy="6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F5CE9D7-C96A-49FE-9AB0-F8477265058E}"/>
                    </a:ext>
                  </a:extLst>
                </p14:cNvPr>
                <p14:cNvContentPartPr/>
                <p14:nvPr/>
              </p14:nvContentPartPr>
              <p14:xfrm>
                <a:off x="2070452" y="1527000"/>
                <a:ext cx="539640" cy="475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F5CE9D7-C96A-49FE-9AB0-F8477265058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64332" y="1520880"/>
                  <a:ext cx="551880" cy="48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86DDA89-2F07-DF01-7FC0-610354754E7D}"/>
              </a:ext>
            </a:extLst>
          </p:cNvPr>
          <p:cNvGrpSpPr/>
          <p:nvPr/>
        </p:nvGrpSpPr>
        <p:grpSpPr>
          <a:xfrm>
            <a:off x="8095052" y="4362720"/>
            <a:ext cx="181440" cy="729360"/>
            <a:chOff x="8095052" y="4362720"/>
            <a:chExt cx="181440" cy="72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2C484E7-35F7-3E6E-E844-18F051966A80}"/>
                    </a:ext>
                  </a:extLst>
                </p14:cNvPr>
                <p14:cNvContentPartPr/>
                <p14:nvPr/>
              </p14:nvContentPartPr>
              <p14:xfrm>
                <a:off x="8177132" y="4514640"/>
                <a:ext cx="70560" cy="577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2C484E7-35F7-3E6E-E844-18F051966A8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171012" y="4508520"/>
                  <a:ext cx="8280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91843BE-5476-60FF-AFEF-5012A594AF92}"/>
                    </a:ext>
                  </a:extLst>
                </p14:cNvPr>
                <p14:cNvContentPartPr/>
                <p14:nvPr/>
              </p14:nvContentPartPr>
              <p14:xfrm>
                <a:off x="8095052" y="4362720"/>
                <a:ext cx="181440" cy="281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91843BE-5476-60FF-AFEF-5012A594AF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88932" y="4356600"/>
                  <a:ext cx="193680" cy="29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52003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0452B8-5794-9D36-9144-119B5165C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29" y="224118"/>
            <a:ext cx="10612142" cy="64097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75A3BFB-6392-39E8-0BC0-1AD98DD04B47}"/>
                  </a:ext>
                </a:extLst>
              </p14:cNvPr>
              <p14:cNvContentPartPr/>
              <p14:nvPr/>
            </p14:nvContentPartPr>
            <p14:xfrm>
              <a:off x="6187052" y="1521960"/>
              <a:ext cx="334800" cy="469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75A3BFB-6392-39E8-0BC0-1AD98DD04B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80932" y="1515840"/>
                <a:ext cx="347040" cy="48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EEE5D1E-A1D0-C58F-4DF3-51E9B2B19560}"/>
                  </a:ext>
                </a:extLst>
              </p14:cNvPr>
              <p14:cNvContentPartPr/>
              <p14:nvPr/>
            </p14:nvContentPartPr>
            <p14:xfrm>
              <a:off x="5291012" y="1824360"/>
              <a:ext cx="324360" cy="536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EEE5D1E-A1D0-C58F-4DF3-51E9B2B195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84892" y="1818240"/>
                <a:ext cx="336600" cy="54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BAE36D9-99C1-F456-D5E2-971D38602ECA}"/>
                  </a:ext>
                </a:extLst>
              </p14:cNvPr>
              <p14:cNvContentPartPr/>
              <p14:nvPr/>
            </p14:nvContentPartPr>
            <p14:xfrm>
              <a:off x="6407012" y="1781160"/>
              <a:ext cx="236880" cy="343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BAE36D9-99C1-F456-D5E2-971D38602EC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00892" y="1775040"/>
                <a:ext cx="24912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4870912-C925-D82E-DD80-8CDE2045CDF0}"/>
                  </a:ext>
                </a:extLst>
              </p14:cNvPr>
              <p14:cNvContentPartPr/>
              <p14:nvPr/>
            </p14:nvContentPartPr>
            <p14:xfrm>
              <a:off x="10282412" y="5388360"/>
              <a:ext cx="588240" cy="790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4870912-C925-D82E-DD80-8CDE2045CDF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276292" y="5382240"/>
                <a:ext cx="600480" cy="80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F3591DAD-82A9-46DC-150E-FBE20B532CDF}"/>
              </a:ext>
            </a:extLst>
          </p:cNvPr>
          <p:cNvGrpSpPr/>
          <p:nvPr/>
        </p:nvGrpSpPr>
        <p:grpSpPr>
          <a:xfrm>
            <a:off x="6149612" y="2500800"/>
            <a:ext cx="192960" cy="1068120"/>
            <a:chOff x="6149612" y="2500800"/>
            <a:chExt cx="192960" cy="106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B96E8E8-BF7D-8ED2-3895-F517542D1198}"/>
                    </a:ext>
                  </a:extLst>
                </p14:cNvPr>
                <p14:cNvContentPartPr/>
                <p14:nvPr/>
              </p14:nvContentPartPr>
              <p14:xfrm>
                <a:off x="6221612" y="2500800"/>
                <a:ext cx="29160" cy="797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B96E8E8-BF7D-8ED2-3895-F517542D119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15492" y="2494680"/>
                  <a:ext cx="41400" cy="80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979F96-00B0-209B-9E64-A6031D7D1110}"/>
                    </a:ext>
                  </a:extLst>
                </p14:cNvPr>
                <p14:cNvContentPartPr/>
                <p14:nvPr/>
              </p14:nvContentPartPr>
              <p14:xfrm>
                <a:off x="6149612" y="3209280"/>
                <a:ext cx="192960" cy="359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979F96-00B0-209B-9E64-A6031D7D111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43492" y="3203160"/>
                  <a:ext cx="205200" cy="371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92083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9E40F0B-64FB-57C3-4A28-2306AD295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273" y="458705"/>
            <a:ext cx="9513454" cy="59405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9EB8F2-F9A7-731A-3DA9-9B27502B5C22}"/>
                  </a:ext>
                </a:extLst>
              </p14:cNvPr>
              <p14:cNvContentPartPr/>
              <p14:nvPr/>
            </p14:nvContentPartPr>
            <p14:xfrm>
              <a:off x="4843172" y="2518800"/>
              <a:ext cx="338760" cy="649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69EB8F2-F9A7-731A-3DA9-9B27502B5C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7052" y="2512680"/>
                <a:ext cx="351000" cy="66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33A349F-9A7D-A9A5-F035-1450CFAA81DB}"/>
                  </a:ext>
                </a:extLst>
              </p14:cNvPr>
              <p14:cNvContentPartPr/>
              <p14:nvPr/>
            </p14:nvContentPartPr>
            <p14:xfrm>
              <a:off x="5762972" y="1565160"/>
              <a:ext cx="325080" cy="588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33A349F-9A7D-A9A5-F035-1450CFAA81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56852" y="1559040"/>
                <a:ext cx="337320" cy="6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DCECEC-90E8-8870-A267-E6CB40B437CE}"/>
                  </a:ext>
                </a:extLst>
              </p14:cNvPr>
              <p14:cNvContentPartPr/>
              <p14:nvPr/>
            </p14:nvContentPartPr>
            <p14:xfrm>
              <a:off x="9905852" y="5117280"/>
              <a:ext cx="400680" cy="478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DCECEC-90E8-8870-A267-E6CB40B437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99732" y="5111160"/>
                <a:ext cx="412920" cy="49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68D05298-7A50-4246-BB60-008DDDC0A5CC}"/>
              </a:ext>
            </a:extLst>
          </p:cNvPr>
          <p:cNvGrpSpPr/>
          <p:nvPr/>
        </p:nvGrpSpPr>
        <p:grpSpPr>
          <a:xfrm>
            <a:off x="5396852" y="2547960"/>
            <a:ext cx="213120" cy="1190520"/>
            <a:chOff x="5396852" y="2547960"/>
            <a:chExt cx="213120" cy="11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C9274AE-60D9-4E52-0866-ADA5CCFA2CF6}"/>
                    </a:ext>
                  </a:extLst>
                </p14:cNvPr>
                <p14:cNvContentPartPr/>
                <p14:nvPr/>
              </p14:nvContentPartPr>
              <p14:xfrm>
                <a:off x="5396852" y="2751720"/>
                <a:ext cx="106200" cy="986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C9274AE-60D9-4E52-0866-ADA5CCFA2CF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90732" y="2745600"/>
                  <a:ext cx="118440" cy="9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193DA3A-3872-2B41-385E-E149B667266E}"/>
                    </a:ext>
                  </a:extLst>
                </p14:cNvPr>
                <p14:cNvContentPartPr/>
                <p14:nvPr/>
              </p14:nvContentPartPr>
              <p14:xfrm>
                <a:off x="5450132" y="2547960"/>
                <a:ext cx="159840" cy="360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193DA3A-3872-2B41-385E-E149B667266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44012" y="2541840"/>
                  <a:ext cx="172080" cy="37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22044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C304C2-0E23-1D2E-7BAF-F76773A5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339970"/>
            <a:ext cx="10363198" cy="61780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AA82E7-546C-FB2B-216E-B59C7B736ADB}"/>
                  </a:ext>
                </a:extLst>
              </p14:cNvPr>
              <p14:cNvContentPartPr/>
              <p14:nvPr/>
            </p14:nvContentPartPr>
            <p14:xfrm>
              <a:off x="5540852" y="1898160"/>
              <a:ext cx="234360" cy="327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AA82E7-546C-FB2B-216E-B59C7B736A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34732" y="1892040"/>
                <a:ext cx="24660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02792F-5179-D67B-FCF9-609E6AEAE4D2}"/>
                  </a:ext>
                </a:extLst>
              </p14:cNvPr>
              <p14:cNvContentPartPr/>
              <p14:nvPr/>
            </p14:nvContentPartPr>
            <p14:xfrm>
              <a:off x="10165772" y="5377200"/>
              <a:ext cx="581040" cy="720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02792F-5179-D67B-FCF9-609E6AEAE4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59652" y="5371080"/>
                <a:ext cx="593280" cy="73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DB9BF88A-7390-1DFF-4A65-BC822BDDA23A}"/>
              </a:ext>
            </a:extLst>
          </p:cNvPr>
          <p:cNvGrpSpPr/>
          <p:nvPr/>
        </p:nvGrpSpPr>
        <p:grpSpPr>
          <a:xfrm>
            <a:off x="7834772" y="4625520"/>
            <a:ext cx="1956960" cy="248040"/>
            <a:chOff x="7834772" y="4625520"/>
            <a:chExt cx="1956960" cy="24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B11BB43-1F1D-3ED9-9990-B49F0413302C}"/>
                    </a:ext>
                  </a:extLst>
                </p14:cNvPr>
                <p14:cNvContentPartPr/>
                <p14:nvPr/>
              </p14:nvContentPartPr>
              <p14:xfrm>
                <a:off x="7834772" y="4738200"/>
                <a:ext cx="1439640" cy="93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B11BB43-1F1D-3ED9-9990-B49F0413302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28652" y="4732080"/>
                  <a:ext cx="14518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F23271A-9D29-4AC8-7D89-5E2BFAB55577}"/>
                    </a:ext>
                  </a:extLst>
                </p14:cNvPr>
                <p14:cNvContentPartPr/>
                <p14:nvPr/>
              </p14:nvContentPartPr>
              <p14:xfrm>
                <a:off x="9125732" y="4625520"/>
                <a:ext cx="666000" cy="248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F23271A-9D29-4AC8-7D89-5E2BFAB5557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119612" y="4619400"/>
                  <a:ext cx="678240" cy="26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9504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6518EB-662A-D107-983A-56FE04406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59" y="0"/>
            <a:ext cx="11583682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1C3386E-D390-8B13-BE47-E105208CC66D}"/>
                  </a:ext>
                </a:extLst>
              </p14:cNvPr>
              <p14:cNvContentPartPr/>
              <p14:nvPr/>
            </p14:nvContentPartPr>
            <p14:xfrm>
              <a:off x="3390444" y="2590422"/>
              <a:ext cx="150120" cy="284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1C3386E-D390-8B13-BE47-E105208CC6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4324" y="2584302"/>
                <a:ext cx="16236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41536B3-7348-70B7-B587-9F4C35C2EBBE}"/>
                  </a:ext>
                </a:extLst>
              </p14:cNvPr>
              <p14:cNvContentPartPr/>
              <p14:nvPr/>
            </p14:nvContentPartPr>
            <p14:xfrm>
              <a:off x="4910724" y="885102"/>
              <a:ext cx="125280" cy="326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41536B3-7348-70B7-B587-9F4C35C2EB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04604" y="878982"/>
                <a:ext cx="13752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CC824E6-6457-CEED-270F-547C81BF75FE}"/>
                  </a:ext>
                </a:extLst>
              </p14:cNvPr>
              <p14:cNvContentPartPr/>
              <p14:nvPr/>
            </p14:nvContentPartPr>
            <p14:xfrm>
              <a:off x="8063604" y="2642262"/>
              <a:ext cx="262080" cy="275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CC824E6-6457-CEED-270F-547C81BF75F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57484" y="2636142"/>
                <a:ext cx="27432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DE5E2C9-6EB6-FD59-329D-A23BD0967258}"/>
                  </a:ext>
                </a:extLst>
              </p14:cNvPr>
              <p14:cNvContentPartPr/>
              <p14:nvPr/>
            </p14:nvContentPartPr>
            <p14:xfrm>
              <a:off x="9965124" y="3139782"/>
              <a:ext cx="227160" cy="306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DE5E2C9-6EB6-FD59-329D-A23BD096725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959004" y="3133662"/>
                <a:ext cx="239400" cy="3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A9628C33-B84A-95B0-613E-1D5DAF388FE9}"/>
              </a:ext>
            </a:extLst>
          </p:cNvPr>
          <p:cNvGrpSpPr/>
          <p:nvPr/>
        </p:nvGrpSpPr>
        <p:grpSpPr>
          <a:xfrm>
            <a:off x="1942884" y="1884102"/>
            <a:ext cx="560880" cy="2153880"/>
            <a:chOff x="1942884" y="1884102"/>
            <a:chExt cx="560880" cy="21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511BA1B-C998-21F8-03AC-C1811AFE7DF0}"/>
                    </a:ext>
                  </a:extLst>
                </p14:cNvPr>
                <p14:cNvContentPartPr/>
                <p14:nvPr/>
              </p14:nvContentPartPr>
              <p14:xfrm>
                <a:off x="1942884" y="1902462"/>
                <a:ext cx="338400" cy="2067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511BA1B-C998-21F8-03AC-C1811AFE7DF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36764" y="1896342"/>
                  <a:ext cx="350640" cy="20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D71F085-4790-93F3-9398-982308E4D098}"/>
                    </a:ext>
                  </a:extLst>
                </p14:cNvPr>
                <p14:cNvContentPartPr/>
                <p14:nvPr/>
              </p14:nvContentPartPr>
              <p14:xfrm>
                <a:off x="2363724" y="1884102"/>
                <a:ext cx="140040" cy="2153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D71F085-4790-93F3-9398-982308E4D09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57604" y="1877982"/>
                  <a:ext cx="152280" cy="216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D26B38-9942-5677-FDE7-81AE6746189F}"/>
              </a:ext>
            </a:extLst>
          </p:cNvPr>
          <p:cNvGrpSpPr/>
          <p:nvPr/>
        </p:nvGrpSpPr>
        <p:grpSpPr>
          <a:xfrm>
            <a:off x="2261484" y="2078862"/>
            <a:ext cx="254880" cy="390600"/>
            <a:chOff x="2261484" y="2078862"/>
            <a:chExt cx="25488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09D2078-34AA-8BD0-193C-069C24F4C6DB}"/>
                    </a:ext>
                  </a:extLst>
                </p14:cNvPr>
                <p14:cNvContentPartPr/>
                <p14:nvPr/>
              </p14:nvContentPartPr>
              <p14:xfrm>
                <a:off x="2261484" y="2078862"/>
                <a:ext cx="254880" cy="390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09D2078-34AA-8BD0-193C-069C24F4C6D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55364" y="2072742"/>
                  <a:ext cx="26712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2CFC242-F606-BA82-6C90-10E3DD9C9D39}"/>
                    </a:ext>
                  </a:extLst>
                </p14:cNvPr>
                <p14:cNvContentPartPr/>
                <p14:nvPr/>
              </p14:nvContentPartPr>
              <p14:xfrm>
                <a:off x="2312604" y="2115942"/>
                <a:ext cx="137880" cy="211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2CFC242-F606-BA82-6C90-10E3DD9C9D3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06484" y="2109822"/>
                  <a:ext cx="150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658CB40-8D51-8E6E-2E70-198A90E2FDC2}"/>
                    </a:ext>
                  </a:extLst>
                </p14:cNvPr>
                <p14:cNvContentPartPr/>
                <p14:nvPr/>
              </p14:nvContentPartPr>
              <p14:xfrm>
                <a:off x="2327364" y="2373342"/>
                <a:ext cx="16920" cy="16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658CB40-8D51-8E6E-2E70-198A90E2FDC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21244" y="2367222"/>
                  <a:ext cx="291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910669C-83AE-7319-D963-8A54E0D07CD1}"/>
              </a:ext>
            </a:extLst>
          </p:cNvPr>
          <p:cNvGrpSpPr/>
          <p:nvPr/>
        </p:nvGrpSpPr>
        <p:grpSpPr>
          <a:xfrm>
            <a:off x="2140884" y="3036822"/>
            <a:ext cx="354600" cy="455400"/>
            <a:chOff x="2140884" y="3036822"/>
            <a:chExt cx="354600" cy="4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C46C1BF-36D2-9E31-DBCB-C8BF4489F38E}"/>
                    </a:ext>
                  </a:extLst>
                </p14:cNvPr>
                <p14:cNvContentPartPr/>
                <p14:nvPr/>
              </p14:nvContentPartPr>
              <p14:xfrm>
                <a:off x="2140884" y="3036822"/>
                <a:ext cx="354600" cy="455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C46C1BF-36D2-9E31-DBCB-C8BF4489F38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34764" y="3030702"/>
                  <a:ext cx="36684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3258B1B-A7FE-EA6B-BC3C-6890085B1074}"/>
                    </a:ext>
                  </a:extLst>
                </p14:cNvPr>
                <p14:cNvContentPartPr/>
                <p14:nvPr/>
              </p14:nvContentPartPr>
              <p14:xfrm>
                <a:off x="2262564" y="3150942"/>
                <a:ext cx="105120" cy="171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3258B1B-A7FE-EA6B-BC3C-6890085B107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56444" y="3144822"/>
                  <a:ext cx="1173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25D5952-42BC-FC70-8DBB-1EDD06D03E25}"/>
                    </a:ext>
                  </a:extLst>
                </p14:cNvPr>
                <p14:cNvContentPartPr/>
                <p14:nvPr/>
              </p14:nvContentPartPr>
              <p14:xfrm>
                <a:off x="2309004" y="3407982"/>
                <a:ext cx="47880" cy="23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25D5952-42BC-FC70-8DBB-1EDD06D03E2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02884" y="3401862"/>
                  <a:ext cx="60120" cy="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E403F58-1B61-DA70-4B3E-879C332FB17B}"/>
                  </a:ext>
                </a:extLst>
              </p14:cNvPr>
              <p14:cNvContentPartPr/>
              <p14:nvPr/>
            </p14:nvContentPartPr>
            <p14:xfrm>
              <a:off x="10844244" y="5615502"/>
              <a:ext cx="469800" cy="9450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E403F58-1B61-DA70-4B3E-879C332FB17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838124" y="5609382"/>
                <a:ext cx="482040" cy="95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B029D52-231F-9331-4809-A49A844911FE}"/>
              </a:ext>
            </a:extLst>
          </p:cNvPr>
          <p:cNvGrpSpPr/>
          <p:nvPr/>
        </p:nvGrpSpPr>
        <p:grpSpPr>
          <a:xfrm>
            <a:off x="5154572" y="1362480"/>
            <a:ext cx="148680" cy="1191600"/>
            <a:chOff x="5154572" y="1362480"/>
            <a:chExt cx="148680" cy="11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2BD9647-A5A9-D7A0-5A2B-90AD9FCE1BA7}"/>
                    </a:ext>
                  </a:extLst>
                </p14:cNvPr>
                <p14:cNvContentPartPr/>
                <p14:nvPr/>
              </p14:nvContentPartPr>
              <p14:xfrm>
                <a:off x="5217212" y="1362480"/>
                <a:ext cx="360" cy="727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2BD9647-A5A9-D7A0-5A2B-90AD9FCE1BA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211092" y="1356360"/>
                  <a:ext cx="12600" cy="73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46090ED-628D-76CC-93A7-272A0A8A52C5}"/>
                    </a:ext>
                  </a:extLst>
                </p14:cNvPr>
                <p14:cNvContentPartPr/>
                <p14:nvPr/>
              </p14:nvContentPartPr>
              <p14:xfrm>
                <a:off x="5154572" y="2178240"/>
                <a:ext cx="148680" cy="375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46090ED-628D-76CC-93A7-272A0A8A52C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48452" y="2172120"/>
                  <a:ext cx="160920" cy="38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B35095A-338D-7325-51E4-8B1845D04D18}"/>
              </a:ext>
            </a:extLst>
          </p:cNvPr>
          <p:cNvGrpSpPr/>
          <p:nvPr/>
        </p:nvGrpSpPr>
        <p:grpSpPr>
          <a:xfrm>
            <a:off x="6158252" y="3191280"/>
            <a:ext cx="1463040" cy="154800"/>
            <a:chOff x="6158252" y="3191280"/>
            <a:chExt cx="1463040" cy="15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1DBB888-3E9E-4D41-E899-0812BE481D48}"/>
                    </a:ext>
                  </a:extLst>
                </p14:cNvPr>
                <p14:cNvContentPartPr/>
                <p14:nvPr/>
              </p14:nvContentPartPr>
              <p14:xfrm>
                <a:off x="6158252" y="3191280"/>
                <a:ext cx="1017000" cy="82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1DBB888-3E9E-4D41-E899-0812BE481D4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152132" y="3185160"/>
                  <a:ext cx="10292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B43F110-D6E9-70BF-77FB-CAD69710F850}"/>
                    </a:ext>
                  </a:extLst>
                </p14:cNvPr>
                <p14:cNvContentPartPr/>
                <p14:nvPr/>
              </p14:nvContentPartPr>
              <p14:xfrm>
                <a:off x="7144652" y="3191280"/>
                <a:ext cx="476640" cy="154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B43F110-D6E9-70BF-77FB-CAD69710F85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38532" y="3185160"/>
                  <a:ext cx="488880" cy="16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59620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01BBCA-1C9B-BE17-F1BA-D2EB622C2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27" y="0"/>
            <a:ext cx="11673545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DE7F3A-C670-2EDC-E651-3E8F88F888A4}"/>
                  </a:ext>
                </a:extLst>
              </p14:cNvPr>
              <p14:cNvContentPartPr/>
              <p14:nvPr/>
            </p14:nvContentPartPr>
            <p14:xfrm>
              <a:off x="1327284" y="3757902"/>
              <a:ext cx="256320" cy="502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DE7F3A-C670-2EDC-E651-3E8F88F888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1164" y="3751782"/>
                <a:ext cx="268560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3304BA9-E8AC-3BDC-469E-69F5ABFA7A10}"/>
                  </a:ext>
                </a:extLst>
              </p14:cNvPr>
              <p14:cNvContentPartPr/>
              <p14:nvPr/>
            </p14:nvContentPartPr>
            <p14:xfrm>
              <a:off x="1624644" y="2860782"/>
              <a:ext cx="242640" cy="449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3304BA9-E8AC-3BDC-469E-69F5ABFA7A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18524" y="2854662"/>
                <a:ext cx="25488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3C39ADF-F62F-8945-F46A-2FDD56562010}"/>
                  </a:ext>
                </a:extLst>
              </p14:cNvPr>
              <p14:cNvContentPartPr/>
              <p14:nvPr/>
            </p14:nvContentPartPr>
            <p14:xfrm>
              <a:off x="6381324" y="2102262"/>
              <a:ext cx="188280" cy="305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3C39ADF-F62F-8945-F46A-2FDD5656201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75204" y="2096142"/>
                <a:ext cx="20052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2385AA0-5BC0-4B36-8BA7-6E9CA062D1B9}"/>
                  </a:ext>
                </a:extLst>
              </p14:cNvPr>
              <p14:cNvContentPartPr/>
              <p14:nvPr/>
            </p14:nvContentPartPr>
            <p14:xfrm>
              <a:off x="634284" y="3221862"/>
              <a:ext cx="124920" cy="433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2385AA0-5BC0-4B36-8BA7-6E9CA062D1B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8164" y="3215742"/>
                <a:ext cx="13716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22FAE87-AC33-D444-C78E-C6186360A302}"/>
                  </a:ext>
                </a:extLst>
              </p14:cNvPr>
              <p14:cNvContentPartPr/>
              <p14:nvPr/>
            </p14:nvContentPartPr>
            <p14:xfrm>
              <a:off x="3905372" y="3895800"/>
              <a:ext cx="132120" cy="270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22FAE87-AC33-D444-C78E-C6186360A30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99252" y="3889680"/>
                <a:ext cx="144360" cy="28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35DF859-DA0C-E773-373D-6643A8B9E157}"/>
              </a:ext>
            </a:extLst>
          </p:cNvPr>
          <p:cNvGrpSpPr/>
          <p:nvPr/>
        </p:nvGrpSpPr>
        <p:grpSpPr>
          <a:xfrm>
            <a:off x="10621172" y="5450280"/>
            <a:ext cx="589320" cy="929520"/>
            <a:chOff x="10621172" y="5450280"/>
            <a:chExt cx="589320" cy="92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D0E079-1FFC-B628-E629-5001F007B53A}"/>
                    </a:ext>
                  </a:extLst>
                </p14:cNvPr>
                <p14:cNvContentPartPr/>
                <p14:nvPr/>
              </p14:nvContentPartPr>
              <p14:xfrm>
                <a:off x="10621172" y="5450280"/>
                <a:ext cx="403560" cy="929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D0E079-1FFC-B628-E629-5001F007B53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615052" y="5444160"/>
                  <a:ext cx="415800" cy="9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DE82B96-25F6-AF8D-02B0-A1308B9B4EE1}"/>
                    </a:ext>
                  </a:extLst>
                </p14:cNvPr>
                <p14:cNvContentPartPr/>
                <p14:nvPr/>
              </p14:nvContentPartPr>
              <p14:xfrm>
                <a:off x="10739612" y="5530920"/>
                <a:ext cx="470880" cy="30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DE82B96-25F6-AF8D-02B0-A1308B9B4EE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733492" y="5524800"/>
                  <a:ext cx="48312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56152E-4D59-08B5-C62D-C95CFCFB0F12}"/>
              </a:ext>
            </a:extLst>
          </p:cNvPr>
          <p:cNvGrpSpPr/>
          <p:nvPr/>
        </p:nvGrpSpPr>
        <p:grpSpPr>
          <a:xfrm>
            <a:off x="1963172" y="3334560"/>
            <a:ext cx="2845440" cy="289440"/>
            <a:chOff x="1963172" y="3334560"/>
            <a:chExt cx="2845440" cy="2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0B43316-D33B-D057-A69E-71FEC42746DD}"/>
                    </a:ext>
                  </a:extLst>
                </p14:cNvPr>
                <p14:cNvContentPartPr/>
                <p14:nvPr/>
              </p14:nvContentPartPr>
              <p14:xfrm>
                <a:off x="1963172" y="3456600"/>
                <a:ext cx="2381400" cy="102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0B43316-D33B-D057-A69E-71FEC42746D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57052" y="3450480"/>
                  <a:ext cx="2393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ECF839-7356-6929-A4AD-EFEE6B7F0B29}"/>
                    </a:ext>
                  </a:extLst>
                </p14:cNvPr>
                <p14:cNvContentPartPr/>
                <p14:nvPr/>
              </p14:nvContentPartPr>
              <p14:xfrm>
                <a:off x="4276172" y="3334560"/>
                <a:ext cx="532440" cy="289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ECF839-7356-6929-A4AD-EFEE6B7F0B2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270052" y="3328440"/>
                  <a:ext cx="54468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AF266F-5CAE-6A8F-A8BE-C978852E899B}"/>
              </a:ext>
            </a:extLst>
          </p:cNvPr>
          <p:cNvGrpSpPr/>
          <p:nvPr/>
        </p:nvGrpSpPr>
        <p:grpSpPr>
          <a:xfrm>
            <a:off x="6445532" y="2639760"/>
            <a:ext cx="149400" cy="498240"/>
            <a:chOff x="6445532" y="2639760"/>
            <a:chExt cx="149400" cy="49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EABACB0-6B69-E1F2-85CB-DED41C33E0BA}"/>
                    </a:ext>
                  </a:extLst>
                </p14:cNvPr>
                <p14:cNvContentPartPr/>
                <p14:nvPr/>
              </p14:nvContentPartPr>
              <p14:xfrm>
                <a:off x="6466052" y="2729760"/>
                <a:ext cx="60480" cy="408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EABACB0-6B69-E1F2-85CB-DED41C33E0B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59932" y="2723640"/>
                  <a:ext cx="727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C992AD-EBC9-0435-B864-CFF8BED05C39}"/>
                    </a:ext>
                  </a:extLst>
                </p14:cNvPr>
                <p14:cNvContentPartPr/>
                <p14:nvPr/>
              </p14:nvContentPartPr>
              <p14:xfrm>
                <a:off x="6445532" y="2639760"/>
                <a:ext cx="149400" cy="156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C992AD-EBC9-0435-B864-CFF8BED05C3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439412" y="2633640"/>
                  <a:ext cx="161640" cy="16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1239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5D167A-8041-171A-87D1-0A5B3E1DF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34" y="0"/>
            <a:ext cx="11405331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A3608E-275D-BA34-7E8F-FD3DF7C65EE5}"/>
                  </a:ext>
                </a:extLst>
              </p14:cNvPr>
              <p14:cNvContentPartPr/>
              <p14:nvPr/>
            </p14:nvContentPartPr>
            <p14:xfrm>
              <a:off x="10621892" y="5335440"/>
              <a:ext cx="593280" cy="811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A3608E-275D-BA34-7E8F-FD3DF7C65E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15772" y="5329320"/>
                <a:ext cx="605520" cy="82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8B348B2-598D-2FC0-F3D5-AFC4AE11FF31}"/>
                  </a:ext>
                </a:extLst>
              </p14:cNvPr>
              <p14:cNvContentPartPr/>
              <p14:nvPr/>
            </p14:nvContentPartPr>
            <p14:xfrm>
              <a:off x="1979012" y="3377400"/>
              <a:ext cx="335520" cy="768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8B348B2-598D-2FC0-F3D5-AFC4AE11FF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72892" y="3371280"/>
                <a:ext cx="347760" cy="78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6F7DC1F-9023-4810-4F04-218264982E87}"/>
                  </a:ext>
                </a:extLst>
              </p14:cNvPr>
              <p14:cNvContentPartPr/>
              <p14:nvPr/>
            </p14:nvContentPartPr>
            <p14:xfrm>
              <a:off x="6481172" y="2122080"/>
              <a:ext cx="162720" cy="418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6F7DC1F-9023-4810-4F04-218264982E8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75052" y="2115960"/>
                <a:ext cx="17496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78B15E0-F4B1-85B7-4F27-79A96A38FC4B}"/>
                  </a:ext>
                </a:extLst>
              </p14:cNvPr>
              <p14:cNvContentPartPr/>
              <p14:nvPr/>
            </p14:nvContentPartPr>
            <p14:xfrm>
              <a:off x="6684212" y="1521960"/>
              <a:ext cx="239400" cy="324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78B15E0-F4B1-85B7-4F27-79A96A38FC4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78092" y="1515840"/>
                <a:ext cx="251640" cy="33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6087FAC7-5028-2C0A-850C-AF98C1AEA3E1}"/>
              </a:ext>
            </a:extLst>
          </p:cNvPr>
          <p:cNvGrpSpPr/>
          <p:nvPr/>
        </p:nvGrpSpPr>
        <p:grpSpPr>
          <a:xfrm>
            <a:off x="6759092" y="2250240"/>
            <a:ext cx="183600" cy="646560"/>
            <a:chOff x="6759092" y="2250240"/>
            <a:chExt cx="183600" cy="64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D7736D3-A3A0-EB63-8E99-3225B4D0E2C9}"/>
                    </a:ext>
                  </a:extLst>
                </p14:cNvPr>
                <p14:cNvContentPartPr/>
                <p14:nvPr/>
              </p14:nvContentPartPr>
              <p14:xfrm>
                <a:off x="6759092" y="2250240"/>
                <a:ext cx="119160" cy="534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D7736D3-A3A0-EB63-8E99-3225B4D0E2C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52972" y="2244120"/>
                  <a:ext cx="13140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1B5019C-B8DB-9A74-C5EF-6A12D15C7311}"/>
                    </a:ext>
                  </a:extLst>
                </p14:cNvPr>
                <p14:cNvContentPartPr/>
                <p14:nvPr/>
              </p14:nvContentPartPr>
              <p14:xfrm>
                <a:off x="6795092" y="2662440"/>
                <a:ext cx="147600" cy="234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1B5019C-B8DB-9A74-C5EF-6A12D15C731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88972" y="2656320"/>
                  <a:ext cx="159840" cy="24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3590E5E-C2C2-F55A-5E16-CE9DBB88E6A1}"/>
                  </a:ext>
                </a:extLst>
              </p14:cNvPr>
              <p14:cNvContentPartPr/>
              <p14:nvPr/>
            </p14:nvContentPartPr>
            <p14:xfrm>
              <a:off x="7180652" y="4804800"/>
              <a:ext cx="124200" cy="765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3590E5E-C2C2-F55A-5E16-CE9DBB88E6A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74532" y="4798680"/>
                <a:ext cx="136440" cy="77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93DD4CF-8C2B-270C-0A2E-E48EBC181AAB}"/>
                  </a:ext>
                </a:extLst>
              </p14:cNvPr>
              <p14:cNvContentPartPr/>
              <p14:nvPr/>
            </p14:nvContentPartPr>
            <p14:xfrm>
              <a:off x="7207292" y="5308800"/>
              <a:ext cx="154440" cy="3744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93DD4CF-8C2B-270C-0A2E-E48EBC181AA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201172" y="5302680"/>
                <a:ext cx="166680" cy="38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835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B7FBD7-6CCF-3182-1B57-0EB40B651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89" y="0"/>
            <a:ext cx="10223421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AD2C618-DD53-9968-749C-785CDCFDA50F}"/>
                  </a:ext>
                </a:extLst>
              </p14:cNvPr>
              <p14:cNvContentPartPr/>
              <p14:nvPr/>
            </p14:nvContentPartPr>
            <p14:xfrm>
              <a:off x="10627652" y="5205480"/>
              <a:ext cx="614160" cy="957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AD2C618-DD53-9968-749C-785CDCFDA5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21532" y="5199360"/>
                <a:ext cx="626400" cy="9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9266279-4131-9EFD-37E3-D9AD1C07F849}"/>
                  </a:ext>
                </a:extLst>
              </p14:cNvPr>
              <p14:cNvContentPartPr/>
              <p14:nvPr/>
            </p14:nvContentPartPr>
            <p14:xfrm>
              <a:off x="5788892" y="3044400"/>
              <a:ext cx="165600" cy="338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9266279-4131-9EFD-37E3-D9AD1C07F84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82772" y="3038280"/>
                <a:ext cx="17784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3B4BC92-4572-D7DD-0BD7-B999BA7803DC}"/>
                  </a:ext>
                </a:extLst>
              </p14:cNvPr>
              <p14:cNvContentPartPr/>
              <p14:nvPr/>
            </p14:nvContentPartPr>
            <p14:xfrm>
              <a:off x="6515732" y="2954760"/>
              <a:ext cx="163800" cy="285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3B4BC92-4572-D7DD-0BD7-B999BA7803D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09612" y="2948640"/>
                <a:ext cx="1760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1C31D48-0A97-CBA8-9B70-1950982FF67E}"/>
                  </a:ext>
                </a:extLst>
              </p14:cNvPr>
              <p14:cNvContentPartPr/>
              <p14:nvPr/>
            </p14:nvContentPartPr>
            <p14:xfrm>
              <a:off x="6200732" y="2989320"/>
              <a:ext cx="318600" cy="527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1C31D48-0A97-CBA8-9B70-1950982FF67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94612" y="2983200"/>
                <a:ext cx="330840" cy="53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446A52A-CA45-B107-CFA4-49BC7079B446}"/>
              </a:ext>
            </a:extLst>
          </p:cNvPr>
          <p:cNvGrpSpPr/>
          <p:nvPr/>
        </p:nvGrpSpPr>
        <p:grpSpPr>
          <a:xfrm>
            <a:off x="1084412" y="5620560"/>
            <a:ext cx="1654560" cy="162360"/>
            <a:chOff x="1084412" y="5620560"/>
            <a:chExt cx="1654560" cy="16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C3F0471-7239-7857-A1EF-A509C85FCF5F}"/>
                    </a:ext>
                  </a:extLst>
                </p14:cNvPr>
                <p14:cNvContentPartPr/>
                <p14:nvPr/>
              </p14:nvContentPartPr>
              <p14:xfrm>
                <a:off x="1084412" y="5737200"/>
                <a:ext cx="1039320" cy="27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C3F0471-7239-7857-A1EF-A509C85FCF5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78292" y="5731080"/>
                  <a:ext cx="10515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199AB9A-0CD7-1093-F8F5-CAAD9219BB88}"/>
                    </a:ext>
                  </a:extLst>
                </p14:cNvPr>
                <p14:cNvContentPartPr/>
                <p14:nvPr/>
              </p14:nvContentPartPr>
              <p14:xfrm>
                <a:off x="2007812" y="5620560"/>
                <a:ext cx="731160" cy="162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199AB9A-0CD7-1093-F8F5-CAAD9219BB8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01692" y="5614440"/>
                  <a:ext cx="74340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2C2778-4295-634B-9660-0D1B2EBB7F3E}"/>
              </a:ext>
            </a:extLst>
          </p:cNvPr>
          <p:cNvGrpSpPr/>
          <p:nvPr/>
        </p:nvGrpSpPr>
        <p:grpSpPr>
          <a:xfrm>
            <a:off x="9538292" y="5512920"/>
            <a:ext cx="918000" cy="338040"/>
            <a:chOff x="9538292" y="5512920"/>
            <a:chExt cx="91800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9AF911C-BEDB-0820-F367-4B6A6C4AD77D}"/>
                    </a:ext>
                  </a:extLst>
                </p14:cNvPr>
                <p14:cNvContentPartPr/>
                <p14:nvPr/>
              </p14:nvContentPartPr>
              <p14:xfrm>
                <a:off x="9538292" y="5647920"/>
                <a:ext cx="487080" cy="18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9AF911C-BEDB-0820-F367-4B6A6C4AD77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532172" y="5641800"/>
                  <a:ext cx="499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29F8679-45BE-98F3-F120-C43546A13C99}"/>
                    </a:ext>
                  </a:extLst>
                </p14:cNvPr>
                <p14:cNvContentPartPr/>
                <p14:nvPr/>
              </p14:nvContentPartPr>
              <p14:xfrm>
                <a:off x="9807212" y="5512920"/>
                <a:ext cx="649080" cy="338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29F8679-45BE-98F3-F120-C43546A13C9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01092" y="5506800"/>
                  <a:ext cx="661320" cy="35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04356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7DC10C-72C5-4118-E403-4835FDA27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56" y="695285"/>
            <a:ext cx="8165216" cy="54674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834D360-DCB8-286D-3E9E-7E24E975931D}"/>
              </a:ext>
            </a:extLst>
          </p:cNvPr>
          <p:cNvGrpSpPr/>
          <p:nvPr/>
        </p:nvGrpSpPr>
        <p:grpSpPr>
          <a:xfrm>
            <a:off x="10760004" y="5587782"/>
            <a:ext cx="883440" cy="619560"/>
            <a:chOff x="10760004" y="5587782"/>
            <a:chExt cx="883440" cy="61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5B7D11E-0F4B-A18F-B46A-466E7782317B}"/>
                    </a:ext>
                  </a:extLst>
                </p14:cNvPr>
                <p14:cNvContentPartPr/>
                <p14:nvPr/>
              </p14:nvContentPartPr>
              <p14:xfrm>
                <a:off x="10760004" y="5587782"/>
                <a:ext cx="883440" cy="619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5B7D11E-0F4B-A18F-B46A-466E7782317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753884" y="5581662"/>
                  <a:ext cx="89568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45445DB-CABD-8F54-7C39-E6B436953262}"/>
                    </a:ext>
                  </a:extLst>
                </p14:cNvPr>
                <p14:cNvContentPartPr/>
                <p14:nvPr/>
              </p14:nvContentPartPr>
              <p14:xfrm>
                <a:off x="10917324" y="5977662"/>
                <a:ext cx="565560" cy="70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45445DB-CABD-8F54-7C39-E6B43695326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911204" y="5971542"/>
                  <a:ext cx="577800" cy="82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52834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Abandoned houses, Abandoned mansions, Abandoned places">
            <a:extLst>
              <a:ext uri="{FF2B5EF4-FFF2-40B4-BE49-F238E27FC236}">
                <a16:creationId xmlns:a16="http://schemas.microsoft.com/office/drawing/2014/main" id="{CC3495EF-277F-F901-AE55-B541BC336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359" y="1066800"/>
            <a:ext cx="3386835" cy="506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bandoned mansions, Abandoned houses, Abandoned">
            <a:extLst>
              <a:ext uri="{FF2B5EF4-FFF2-40B4-BE49-F238E27FC236}">
                <a16:creationId xmlns:a16="http://schemas.microsoft.com/office/drawing/2014/main" id="{057B06F1-446C-48FA-6BC7-18025C2AF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919" y="1160337"/>
            <a:ext cx="3455836" cy="488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bandoned places, Abandoned houses, Abandoned">
            <a:extLst>
              <a:ext uri="{FF2B5EF4-FFF2-40B4-BE49-F238E27FC236}">
                <a16:creationId xmlns:a16="http://schemas.microsoft.com/office/drawing/2014/main" id="{51501C02-2A18-37C3-853E-6C240847C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47" y="1303445"/>
            <a:ext cx="3648635" cy="459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52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28</Words>
  <Application>Microsoft Office PowerPoint</Application>
  <PresentationFormat>Widescreen</PresentationFormat>
  <Paragraphs>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Vlasov Maksim TTK23SP</dc:creator>
  <cp:lastModifiedBy>Vlasov Maksim TTK23SP</cp:lastModifiedBy>
  <cp:revision>1</cp:revision>
  <dcterms:created xsi:type="dcterms:W3CDTF">2024-06-25T07:48:47Z</dcterms:created>
  <dcterms:modified xsi:type="dcterms:W3CDTF">2024-06-25T08:34:03Z</dcterms:modified>
</cp:coreProperties>
</file>